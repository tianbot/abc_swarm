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5"/>
  </p:notesMasterIdLst>
  <p:handoutMasterIdLst>
    <p:handoutMasterId r:id="rId26"/>
  </p:handoutMasterIdLst>
  <p:sldIdLst>
    <p:sldId id="844" r:id="rId4"/>
    <p:sldId id="888" r:id="rId6"/>
    <p:sldId id="857" r:id="rId7"/>
    <p:sldId id="858" r:id="rId8"/>
    <p:sldId id="871" r:id="rId9"/>
    <p:sldId id="843" r:id="rId10"/>
    <p:sldId id="842" r:id="rId11"/>
    <p:sldId id="828" r:id="rId12"/>
    <p:sldId id="826" r:id="rId13"/>
    <p:sldId id="846" r:id="rId14"/>
    <p:sldId id="836" r:id="rId15"/>
    <p:sldId id="835" r:id="rId16"/>
    <p:sldId id="847" r:id="rId17"/>
    <p:sldId id="831" r:id="rId18"/>
    <p:sldId id="833" r:id="rId19"/>
    <p:sldId id="885" r:id="rId20"/>
    <p:sldId id="845" r:id="rId21"/>
    <p:sldId id="872" r:id="rId22"/>
    <p:sldId id="887" r:id="rId23"/>
    <p:sldId id="886" r:id="rId24"/>
    <p:sldId id="830"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5" name="作者" initials="A" lastIdx="0" clrIdx="2"/>
  <p:cmAuthor id="3" name="tianb" initials="t"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3F5F7"/>
    <a:srgbClr val="1E1E1E"/>
    <a:srgbClr val="002060"/>
    <a:srgbClr val="3333B2"/>
    <a:srgbClr val="629CCE"/>
    <a:srgbClr val="06889C"/>
    <a:srgbClr val="F2F2F2"/>
    <a:srgbClr val="5D2D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756" y="108"/>
      </p:cViewPr>
      <p:guideLst>
        <p:guide orient="horz" pos="1756"/>
        <p:guide pos="4258"/>
      </p:guideLst>
    </p:cSldViewPr>
  </p:slideViewPr>
  <p:notesTextViewPr>
    <p:cViewPr>
      <p:scale>
        <a:sx n="1" d="1"/>
        <a:sy n="1" d="1"/>
      </p:scale>
      <p:origin x="0" y="0"/>
    </p:cViewPr>
  </p:notesTextViewPr>
  <p:notesViewPr>
    <p:cSldViewPr snapToGrid="0">
      <p:cViewPr varScale="1">
        <p:scale>
          <a:sx n="84" d="100"/>
          <a:sy n="84" d="100"/>
        </p:scale>
        <p:origin x="1908" y="90"/>
      </p:cViewPr>
      <p:guideLst/>
    </p:cSldViewPr>
  </p:notes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0" Type="http://schemas.openxmlformats.org/officeDocument/2006/relationships/commentAuthors" Target="commentAuthors.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23002F-ED1D-40EE-84A6-C5E8F64C7A1E}"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FEDC05-89FE-4365-B9FF-2510EEB565A6}"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4165B0-3E27-4E2A-8D4C-41ABD8236F2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B27CDB-ED01-4820-9D0B-90B770E9F35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61CDC36-605D-3E4A-AFEF-43AC267457B6}"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tags" Target="../tags/tag4.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image" Target="file:///C:\Users\1V994W2\PycharmProjects\PPT_Background_Generation/pic_temp/pic_sup.png" TargetMode="External"/><Relationship Id="rId3" Type="http://schemas.openxmlformats.org/officeDocument/2006/relationships/image" Target="../media/image3.png"/><Relationship Id="rId2" Type="http://schemas.openxmlformats.org/officeDocument/2006/relationships/tags" Target="../tags/tag7.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image" Target="file:///C:\Users\1V994W2\PycharmProjects\PPT_Background_Generation/pic_temp/pic_sup.png" TargetMode="External"/><Relationship Id="rId3" Type="http://schemas.openxmlformats.org/officeDocument/2006/relationships/image" Target="../media/image4.png"/><Relationship Id="rId2" Type="http://schemas.openxmlformats.org/officeDocument/2006/relationships/tags" Target="../tags/tag13.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11" name="标题 1"/>
          <p:cNvSpPr txBox="1"/>
          <p:nvPr userDrawn="1"/>
        </p:nvSpPr>
        <p:spPr bwMode="auto">
          <a:xfrm>
            <a:off x="1896622" y="2499960"/>
            <a:ext cx="8461375" cy="575544"/>
          </a:xfrm>
          <a:prstGeom prst="rect">
            <a:avLst/>
          </a:prstGeom>
          <a:noFill/>
          <a:ln>
            <a:noFill/>
            <a:miter lim="800000"/>
          </a:ln>
          <a:scene3d>
            <a:camera prst="orthographicFront"/>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kern="1200">
                <a:solidFill>
                  <a:schemeClr val="tx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3600" b="1">
                <a:solidFill>
                  <a:schemeClr val="tx1"/>
                </a:solidFill>
                <a:latin typeface="黑体" panose="02010609060101010101" pitchFamily="49" charset="-122"/>
                <a:ea typeface="黑体" panose="02010609060101010101" pitchFamily="49" charset="-122"/>
              </a:defRPr>
            </a:lvl2pPr>
            <a:lvl3pPr algn="ctr" rtl="0" eaLnBrk="0" fontAlgn="base" hangingPunct="0">
              <a:spcBef>
                <a:spcPct val="0"/>
              </a:spcBef>
              <a:spcAft>
                <a:spcPct val="0"/>
              </a:spcAft>
              <a:defRPr sz="3600" b="1">
                <a:solidFill>
                  <a:schemeClr val="tx1"/>
                </a:solidFill>
                <a:latin typeface="黑体" panose="02010609060101010101" pitchFamily="49" charset="-122"/>
                <a:ea typeface="黑体" panose="02010609060101010101" pitchFamily="49" charset="-122"/>
              </a:defRPr>
            </a:lvl3pPr>
            <a:lvl4pPr algn="ctr" rtl="0" eaLnBrk="0" fontAlgn="base" hangingPunct="0">
              <a:spcBef>
                <a:spcPct val="0"/>
              </a:spcBef>
              <a:spcAft>
                <a:spcPct val="0"/>
              </a:spcAft>
              <a:defRPr sz="3600" b="1">
                <a:solidFill>
                  <a:schemeClr val="tx1"/>
                </a:solidFill>
                <a:latin typeface="黑体" panose="02010609060101010101" pitchFamily="49" charset="-122"/>
                <a:ea typeface="黑体" panose="02010609060101010101" pitchFamily="49" charset="-122"/>
              </a:defRPr>
            </a:lvl4pPr>
            <a:lvl5pPr algn="ctr" rtl="0" eaLnBrk="0" fontAlgn="base" hangingPunct="0">
              <a:spcBef>
                <a:spcPct val="0"/>
              </a:spcBef>
              <a:spcAft>
                <a:spcPct val="0"/>
              </a:spcAft>
              <a:defRPr sz="3600" b="1">
                <a:solidFill>
                  <a:schemeClr val="tx1"/>
                </a:solidFill>
                <a:latin typeface="黑体" panose="02010609060101010101" pitchFamily="49" charset="-122"/>
                <a:ea typeface="黑体" panose="02010609060101010101" pitchFamily="49"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ts val="1200"/>
              </a:spcBef>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 name="矩形 11"/>
          <p:cNvSpPr/>
          <p:nvPr userDrawn="1"/>
        </p:nvSpPr>
        <p:spPr>
          <a:xfrm>
            <a:off x="1896622" y="4354438"/>
            <a:ext cx="1058186" cy="96188"/>
          </a:xfrm>
          <a:prstGeom prst="rect">
            <a:avLst/>
          </a:prstGeom>
          <a:solidFill>
            <a:srgbClr val="00206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userDrawn="1"/>
        </p:nvCxnSpPr>
        <p:spPr>
          <a:xfrm>
            <a:off x="2706999" y="4440582"/>
            <a:ext cx="7566111"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14" name="图片 13" descr="robot.jpg"/>
          <p:cNvPicPr>
            <a:picLocks noChangeAspect="1"/>
          </p:cNvPicPr>
          <p:nvPr userDrawn="1"/>
        </p:nvPicPr>
        <p:blipFill rotWithShape="1">
          <a:blip r:embed="rId2" cstate="print"/>
          <a:srcRect l="45701"/>
          <a:stretch>
            <a:fillRect/>
          </a:stretch>
        </p:blipFill>
        <p:spPr>
          <a:xfrm>
            <a:off x="9866376" y="3867912"/>
            <a:ext cx="2243074" cy="2533386"/>
          </a:xfrm>
          <a:prstGeom prst="rect">
            <a:avLst/>
          </a:prstGeom>
        </p:spPr>
      </p:pic>
      <p:sp>
        <p:nvSpPr>
          <p:cNvPr id="8" name="标题 7"/>
          <p:cNvSpPr>
            <a:spLocks noGrp="1"/>
          </p:cNvSpPr>
          <p:nvPr>
            <p:ph type="title" hasCustomPrompt="1"/>
          </p:nvPr>
        </p:nvSpPr>
        <p:spPr>
          <a:xfrm>
            <a:off x="838200" y="1273810"/>
            <a:ext cx="10515600" cy="1325563"/>
          </a:xfrm>
        </p:spPr>
        <p:txBody>
          <a:bodyPr/>
          <a:lstStyle>
            <a:lvl1pPr algn="ctr">
              <a:defRPr sz="4800" b="1"/>
            </a:lvl1pPr>
          </a:lstStyle>
          <a:p>
            <a:r>
              <a:rPr lang="zh-CN" altLang="en-US"/>
              <a:t>天之博特 请输入演示标题</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327660" y="1259205"/>
            <a:ext cx="11513185" cy="49180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等腰三角形 6"/>
          <p:cNvSpPr/>
          <p:nvPr/>
        </p:nvSpPr>
        <p:spPr>
          <a:xfrm flipV="1">
            <a:off x="2630365" y="0"/>
            <a:ext cx="6870700" cy="30353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 name="标题 1"/>
          <p:cNvSpPr>
            <a:spLocks noGrp="1"/>
          </p:cNvSpPr>
          <p:nvPr>
            <p:ph type="title"/>
          </p:nvPr>
        </p:nvSpPr>
        <p:spPr>
          <a:xfrm>
            <a:off x="1413817" y="3062289"/>
            <a:ext cx="9364366" cy="1429324"/>
          </a:xfrm>
        </p:spPr>
        <p:txBody>
          <a:bodyPr anchor="ctr"/>
          <a:lstStyle>
            <a:lvl1pPr algn="ctr">
              <a:defRPr sz="6000">
                <a:solidFill>
                  <a:schemeClr val="accent2"/>
                </a:solidFill>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1413817" y="4519127"/>
            <a:ext cx="9364366" cy="1500187"/>
          </a:xfrm>
        </p:spPr>
        <p:txBody>
          <a:bodyPr>
            <a:normAutofit/>
          </a:bodyPr>
          <a:lstStyle>
            <a:lvl1pPr marL="0" indent="0" algn="ctr">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16865" y="1268730"/>
            <a:ext cx="5702935" cy="49085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268730"/>
            <a:ext cx="5668645" cy="49085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0" y="169545"/>
            <a:ext cx="10515600" cy="640080"/>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302260" y="1266190"/>
            <a:ext cx="5590540" cy="71882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302260" y="2252980"/>
            <a:ext cx="5593715" cy="371602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301105" y="1266190"/>
            <a:ext cx="5553710" cy="71818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301105" y="2252980"/>
            <a:ext cx="5553710" cy="371602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bg1">
            <a:lumMod val="95000"/>
          </a:schemeClr>
        </a:solidFill>
        <a:effectLst/>
      </p:bgPr>
    </p:bg>
    <p:spTree>
      <p:nvGrpSpPr>
        <p:cNvPr id="1" name=""/>
        <p:cNvGrpSpPr/>
        <p:nvPr/>
      </p:nvGrpSpPr>
      <p:grpSpPr>
        <a:xfrm>
          <a:off x="0" y="0"/>
          <a:ext cx="0" cy="0"/>
          <a:chOff x="0" y="0"/>
          <a:chExt cx="0" cy="0"/>
        </a:xfrm>
      </p:grpSpPr>
      <p:sp>
        <p:nvSpPr>
          <p:cNvPr id="6" name="矩形 5"/>
          <p:cNvSpPr/>
          <p:nvPr/>
        </p:nvSpPr>
        <p:spPr>
          <a:xfrm>
            <a:off x="1318260" y="688340"/>
            <a:ext cx="9812020" cy="53574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7" name="组合 6"/>
          <p:cNvGrpSpPr/>
          <p:nvPr/>
        </p:nvGrpSpPr>
        <p:grpSpPr bwMode="auto">
          <a:xfrm>
            <a:off x="3278188" y="149224"/>
            <a:ext cx="5638800" cy="5926140"/>
            <a:chOff x="6525063" y="1307346"/>
            <a:chExt cx="3620840" cy="3805038"/>
          </a:xfrm>
        </p:grpSpPr>
        <p:sp>
          <p:nvSpPr>
            <p:cNvPr id="8" name="斜纹 7"/>
            <p:cNvSpPr/>
            <p:nvPr/>
          </p:nvSpPr>
          <p:spPr>
            <a:xfrm rot="2700000">
              <a:off x="7055246" y="1307242"/>
              <a:ext cx="2560475" cy="2560684"/>
            </a:xfrm>
            <a:prstGeom prst="diagStrip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tx1"/>
                </a:solidFill>
              </a:endParaRPr>
            </a:p>
          </p:txBody>
        </p:sp>
        <p:sp>
          <p:nvSpPr>
            <p:cNvPr id="9" name="等腰三角形 8"/>
            <p:cNvSpPr/>
            <p:nvPr/>
          </p:nvSpPr>
          <p:spPr>
            <a:xfrm flipV="1">
              <a:off x="6525063" y="2577391"/>
              <a:ext cx="3620840" cy="253499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2" name="标题 1"/>
          <p:cNvSpPr>
            <a:spLocks noGrp="1"/>
          </p:cNvSpPr>
          <p:nvPr>
            <p:ph type="title" hasCustomPrompt="1"/>
          </p:nvPr>
        </p:nvSpPr>
        <p:spPr>
          <a:xfrm>
            <a:off x="3275012" y="1847868"/>
            <a:ext cx="5641976" cy="1325563"/>
          </a:xfrm>
        </p:spPr>
        <p:txBody>
          <a:bodyPr>
            <a:normAutofit/>
          </a:bodyPr>
          <a:lstStyle>
            <a:lvl1pPr algn="ctr">
              <a:defRPr sz="6600">
                <a:solidFill>
                  <a:schemeClr val="bg1"/>
                </a:solidFill>
              </a:defRPr>
            </a:lvl1pPr>
          </a:lstStyle>
          <a:p>
            <a:r>
              <a:rPr lang="zh-CN" altLang="en-US" dirty="0"/>
              <a:t>编辑标题</a:t>
            </a:r>
            <a:endParaRPr lang="zh-CN" altLang="en-US" dirty="0"/>
          </a:p>
        </p:txBody>
      </p:sp>
      <p:sp>
        <p:nvSpPr>
          <p:cNvPr id="14" name="内容占位符 13"/>
          <p:cNvSpPr>
            <a:spLocks noGrp="1"/>
          </p:cNvSpPr>
          <p:nvPr>
            <p:ph sz="quarter" idx="13"/>
          </p:nvPr>
        </p:nvSpPr>
        <p:spPr>
          <a:xfrm>
            <a:off x="4602145" y="3173413"/>
            <a:ext cx="3014698" cy="1398587"/>
          </a:xfrm>
        </p:spPr>
        <p:txBody>
          <a:bodyPr>
            <a:normAutofit/>
          </a:bodyPr>
          <a:lstStyle>
            <a:lvl1pPr marL="0" indent="0" algn="ctr">
              <a:buNone/>
              <a:defRPr sz="1800">
                <a:solidFill>
                  <a:schemeClr val="bg1">
                    <a:lumMod val="85000"/>
                  </a:schemeClr>
                </a:solidFill>
              </a:defRPr>
            </a:lvl1pPr>
            <a:lvl2pPr>
              <a:defRPr>
                <a:solidFill>
                  <a:schemeClr val="bg1">
                    <a:lumMod val="85000"/>
                  </a:schemeClr>
                </a:solidFill>
              </a:defRPr>
            </a:lvl2pPr>
            <a:lvl3pPr>
              <a:defRPr>
                <a:solidFill>
                  <a:schemeClr val="bg1">
                    <a:lumMod val="85000"/>
                  </a:schemeClr>
                </a:solidFill>
              </a:defRPr>
            </a:lvl3pPr>
            <a:lvl4pPr>
              <a:defRPr>
                <a:solidFill>
                  <a:schemeClr val="bg1">
                    <a:lumMod val="85000"/>
                  </a:schemeClr>
                </a:solidFill>
              </a:defRPr>
            </a:lvl4pPr>
            <a:lvl5pPr>
              <a:defRPr>
                <a:solidFill>
                  <a:schemeClr val="bg1">
                    <a:lumMod val="85000"/>
                  </a:schemeClr>
                </a:solidFill>
              </a:defRPr>
            </a:lvl5pPr>
          </a:lstStyle>
          <a:p>
            <a:pPr lvl="0"/>
            <a:r>
              <a:rPr lang="zh-CN" altLang="en-US" dirty="0"/>
              <a:t>单击此处编辑母版文本样式</a:t>
            </a:r>
            <a:endParaRPr lang="zh-CN" altLang="en-US" dirty="0"/>
          </a:p>
        </p:txBody>
      </p:sp>
      <p:sp>
        <p:nvSpPr>
          <p:cNvPr id="15" name="内容占位符 13"/>
          <p:cNvSpPr>
            <a:spLocks noGrp="1"/>
          </p:cNvSpPr>
          <p:nvPr>
            <p:ph sz="quarter" idx="14" hasCustomPrompt="1"/>
          </p:nvPr>
        </p:nvSpPr>
        <p:spPr>
          <a:xfrm>
            <a:off x="4411226" y="1185705"/>
            <a:ext cx="3557310" cy="613726"/>
          </a:xfrm>
        </p:spPr>
        <p:txBody>
          <a:bodyPr lIns="90000" tIns="46800" rIns="90000" bIns="46800">
            <a:normAutofit/>
          </a:bodyPr>
          <a:lstStyle>
            <a:lvl1pPr marL="0" indent="0" algn="ctr">
              <a:buNone/>
              <a:defRPr sz="2800">
                <a:solidFill>
                  <a:schemeClr val="bg1">
                    <a:lumMod val="85000"/>
                  </a:schemeClr>
                </a:solidFill>
              </a:defRPr>
            </a:lvl1pPr>
            <a:lvl2pPr>
              <a:defRPr>
                <a:solidFill>
                  <a:schemeClr val="bg1">
                    <a:lumMod val="85000"/>
                  </a:schemeClr>
                </a:solidFill>
              </a:defRPr>
            </a:lvl2pPr>
            <a:lvl3pPr>
              <a:defRPr>
                <a:solidFill>
                  <a:schemeClr val="bg1">
                    <a:lumMod val="85000"/>
                  </a:schemeClr>
                </a:solidFill>
              </a:defRPr>
            </a:lvl3pPr>
            <a:lvl4pPr>
              <a:defRPr>
                <a:solidFill>
                  <a:schemeClr val="bg1">
                    <a:lumMod val="85000"/>
                  </a:schemeClr>
                </a:solidFill>
              </a:defRPr>
            </a:lvl4pPr>
            <a:lvl5pPr>
              <a:defRPr>
                <a:solidFill>
                  <a:schemeClr val="bg1">
                    <a:lumMod val="85000"/>
                  </a:schemeClr>
                </a:solidFill>
              </a:defRPr>
            </a:lvl5pPr>
          </a:lstStyle>
          <a:p>
            <a:pPr lvl="0"/>
            <a:r>
              <a:rPr lang="zh-CN" altLang="en-US" dirty="0"/>
              <a:t>编辑文本</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7" y="457200"/>
            <a:ext cx="4165200" cy="1600200"/>
          </a:xfrm>
        </p:spPr>
        <p:txBody>
          <a:bodyPr anchor="t" anchorCtr="0">
            <a:normAutofit/>
          </a:bodyPr>
          <a:lstStyle>
            <a:lvl1pPr>
              <a:defRPr sz="3600"/>
            </a:lvl1pPr>
          </a:lstStyle>
          <a:p>
            <a:r>
              <a:rPr lang="zh-CN" altLang="en-US" dirty="0"/>
              <a:t>单击此处编辑母版标题样式</a:t>
            </a:r>
            <a:endParaRPr lang="zh-CN" altLang="en-US" dirty="0"/>
          </a:p>
        </p:txBody>
      </p:sp>
      <p:sp>
        <p:nvSpPr>
          <p:cNvPr id="3" name="图片占位符 2"/>
          <p:cNvSpPr>
            <a:spLocks noGrp="1" noChangeAspect="1"/>
          </p:cNvSpPr>
          <p:nvPr>
            <p:ph type="pic" idx="1"/>
          </p:nvPr>
        </p:nvSpPr>
        <p:spPr>
          <a:xfrm>
            <a:off x="5184000" y="457200"/>
            <a:ext cx="6170400" cy="540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839787" y="2057400"/>
            <a:ext cx="4165200" cy="3811588"/>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0325818" y="365125"/>
            <a:ext cx="1027981"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199" y="365125"/>
            <a:ext cx="9332343"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DA19265D-C8A0-426C-90BE-1E3DCB03B25F}"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1F5E7C4B-5A0F-48A8-A7DD-333B1A244AB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897255"/>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0" y="1128395"/>
            <a:ext cx="11849100" cy="51752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aption">
    <p:spTree>
      <p:nvGrpSpPr>
        <p:cNvPr id="15" name="Shape 15"/>
        <p:cNvGrpSpPr/>
        <p:nvPr/>
      </p:nvGrpSpPr>
      <p:grpSpPr>
        <a:xfrm>
          <a:off x="0" y="0"/>
          <a:ext cx="0" cy="0"/>
          <a:chOff x="0" y="0"/>
          <a:chExt cx="0" cy="0"/>
        </a:xfrm>
      </p:grpSpPr>
      <p:sp>
        <p:nvSpPr>
          <p:cNvPr id="16" name="Shape 16"/>
          <p:cNvSpPr txBox="1"/>
          <p:nvPr/>
        </p:nvSpPr>
        <p:spPr>
          <a:xfrm rot="10800000" flipH="1">
            <a:off x="0" y="0"/>
            <a:ext cx="12192000" cy="6261199"/>
          </a:xfrm>
          <a:prstGeom prst="rect">
            <a:avLst/>
          </a:prstGeom>
          <a:solidFill>
            <a:schemeClr val="accent4"/>
          </a:solidFill>
          <a:ln>
            <a:noFill/>
          </a:ln>
        </p:spPr>
        <p:txBody>
          <a:bodyPr lIns="121900" tIns="121900" rIns="121900" bIns="121900" anchor="ctr" anchorCtr="0">
            <a:noAutofit/>
          </a:bodyPr>
          <a:lstStyle/>
          <a:p>
            <a:pPr marL="0" marR="0" lvl="0" indent="0" algn="l" rtl="0">
              <a:lnSpc>
                <a:spcPct val="100000"/>
              </a:lnSpc>
              <a:spcBef>
                <a:spcPts val="0"/>
              </a:spcBef>
              <a:spcAft>
                <a:spcPts val="0"/>
              </a:spcAft>
              <a:buClr>
                <a:srgbClr val="000000"/>
              </a:buClr>
              <a:buFont typeface="Arial" panose="020B0604020202020204"/>
              <a:buNone/>
            </a:pPr>
            <a:endParaRPr sz="1865"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 name="Shape 17"/>
          <p:cNvSpPr/>
          <p:nvPr/>
        </p:nvSpPr>
        <p:spPr>
          <a:xfrm rot="10800000" flipH="1">
            <a:off x="0" y="6163632"/>
            <a:ext cx="12192000" cy="98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121900" tIns="121900" rIns="121900" bIns="121900" anchor="ctr" anchorCtr="0">
            <a:noAutofit/>
          </a:bodyPr>
          <a:lstStyle/>
          <a:p>
            <a:pPr marL="0" marR="0" lvl="0" indent="0" algn="l" rtl="0">
              <a:lnSpc>
                <a:spcPct val="100000"/>
              </a:lnSpc>
              <a:spcBef>
                <a:spcPts val="0"/>
              </a:spcBef>
              <a:spcAft>
                <a:spcPts val="0"/>
              </a:spcAft>
              <a:buClr>
                <a:srgbClr val="000000"/>
              </a:buClr>
              <a:buFont typeface="Arial" panose="020B0604020202020204"/>
              <a:buNone/>
            </a:pPr>
            <a:endParaRPr sz="1865"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 name="Shape 18"/>
          <p:cNvSpPr txBox="1"/>
          <p:nvPr>
            <p:ph type="body" idx="1"/>
          </p:nvPr>
        </p:nvSpPr>
        <p:spPr>
          <a:xfrm>
            <a:off x="76200" y="6262433"/>
            <a:ext cx="11175999" cy="595600"/>
          </a:xfrm>
          <a:prstGeom prst="rect">
            <a:avLst/>
          </a:prstGeom>
          <a:noFill/>
          <a:ln>
            <a:noFill/>
          </a:ln>
        </p:spPr>
        <p:txBody>
          <a:bodyPr lIns="91425" tIns="91425" rIns="91425" bIns="91425" anchor="ctr" anchorCtr="0"/>
          <a:lstStyle>
            <a:lvl1pPr marL="0" marR="0" lvl="0" indent="0" algn="l" rtl="0">
              <a:lnSpc>
                <a:spcPct val="100000"/>
              </a:lnSpc>
              <a:spcBef>
                <a:spcPts val="0"/>
              </a:spcBef>
              <a:spcAft>
                <a:spcPts val="0"/>
              </a:spcAft>
              <a:buClr>
                <a:schemeClr val="lt1"/>
              </a:buClr>
              <a:buFont typeface="Roboto" panose="02000000000000000000"/>
              <a:buNone/>
              <a:defRPr sz="1600" b="0" i="0" u="none" strike="noStrike" cap="none">
                <a:solidFill>
                  <a:schemeClr val="lt1"/>
                </a:solidFill>
                <a:latin typeface="Hobo Std" panose="020B0803040709020204" charset="0"/>
                <a:ea typeface="Hobo Std" panose="020B0803040709020204" charset="0"/>
                <a:cs typeface="Hobo Std" panose="020B0803040709020204" charset="0"/>
                <a:sym typeface="Hobo Std" panose="020B0803040709020204" charset="0"/>
              </a:defRPr>
            </a:lvl1pPr>
            <a:lvl2pPr marL="609600" marR="0" lvl="1" indent="0" algn="l" rtl="0">
              <a:lnSpc>
                <a:spcPct val="115000"/>
              </a:lnSpc>
              <a:spcBef>
                <a:spcPts val="0"/>
              </a:spcBef>
              <a:spcAft>
                <a:spcPts val="1600"/>
              </a:spcAft>
              <a:buClr>
                <a:schemeClr val="lt2"/>
              </a:buClr>
              <a:buFont typeface="Roboto" panose="02000000000000000000"/>
              <a:buNone/>
              <a:defRPr sz="1865" b="0" i="0" u="none" strike="noStrike" cap="none">
                <a:solidFill>
                  <a:schemeClr val="lt2"/>
                </a:solidFill>
                <a:latin typeface="Roboto" panose="02000000000000000000"/>
                <a:ea typeface="Roboto" panose="02000000000000000000"/>
                <a:cs typeface="Roboto" panose="02000000000000000000"/>
                <a:sym typeface="Roboto" panose="02000000000000000000"/>
              </a:defRPr>
            </a:lvl2pPr>
            <a:lvl3pPr marL="1219200" marR="0" lvl="2" indent="0" algn="l" rtl="0">
              <a:lnSpc>
                <a:spcPct val="115000"/>
              </a:lnSpc>
              <a:spcBef>
                <a:spcPts val="0"/>
              </a:spcBef>
              <a:spcAft>
                <a:spcPts val="1600"/>
              </a:spcAft>
              <a:buClr>
                <a:schemeClr val="lt2"/>
              </a:buClr>
              <a:buFont typeface="Roboto" panose="02000000000000000000"/>
              <a:buNone/>
              <a:defRPr sz="1865" b="0" i="0" u="none" strike="noStrike" cap="none">
                <a:solidFill>
                  <a:schemeClr val="lt2"/>
                </a:solidFill>
                <a:latin typeface="Roboto" panose="02000000000000000000"/>
                <a:ea typeface="Roboto" panose="02000000000000000000"/>
                <a:cs typeface="Roboto" panose="02000000000000000000"/>
                <a:sym typeface="Roboto" panose="02000000000000000000"/>
              </a:defRPr>
            </a:lvl3pPr>
            <a:lvl4pPr marL="1828800" marR="0" lvl="3" indent="0" algn="l" rtl="0">
              <a:lnSpc>
                <a:spcPct val="115000"/>
              </a:lnSpc>
              <a:spcBef>
                <a:spcPts val="0"/>
              </a:spcBef>
              <a:spcAft>
                <a:spcPts val="1600"/>
              </a:spcAft>
              <a:buClr>
                <a:schemeClr val="lt2"/>
              </a:buClr>
              <a:buFont typeface="Roboto" panose="02000000000000000000"/>
              <a:buNone/>
              <a:defRPr sz="1865" b="0" i="0" u="none" strike="noStrike" cap="none">
                <a:solidFill>
                  <a:schemeClr val="lt2"/>
                </a:solidFill>
                <a:latin typeface="Roboto" panose="02000000000000000000"/>
                <a:ea typeface="Roboto" panose="02000000000000000000"/>
                <a:cs typeface="Roboto" panose="02000000000000000000"/>
                <a:sym typeface="Roboto" panose="02000000000000000000"/>
              </a:defRPr>
            </a:lvl4pPr>
            <a:lvl5pPr marL="2438400" marR="0" lvl="4" indent="0" algn="l" rtl="0">
              <a:lnSpc>
                <a:spcPct val="115000"/>
              </a:lnSpc>
              <a:spcBef>
                <a:spcPts val="0"/>
              </a:spcBef>
              <a:spcAft>
                <a:spcPts val="1600"/>
              </a:spcAft>
              <a:buClr>
                <a:schemeClr val="lt2"/>
              </a:buClr>
              <a:buFont typeface="Roboto" panose="02000000000000000000"/>
              <a:buNone/>
              <a:defRPr sz="1865" b="0" i="0" u="none" strike="noStrike" cap="none">
                <a:solidFill>
                  <a:schemeClr val="lt2"/>
                </a:solidFill>
                <a:latin typeface="Roboto" panose="02000000000000000000"/>
                <a:ea typeface="Roboto" panose="02000000000000000000"/>
                <a:cs typeface="Roboto" panose="02000000000000000000"/>
                <a:sym typeface="Roboto" panose="02000000000000000000"/>
              </a:defRPr>
            </a:lvl5pPr>
            <a:lvl6pPr marL="3048000" marR="0" lvl="5" indent="0" algn="l" rtl="0">
              <a:lnSpc>
                <a:spcPct val="115000"/>
              </a:lnSpc>
              <a:spcBef>
                <a:spcPts val="0"/>
              </a:spcBef>
              <a:spcAft>
                <a:spcPts val="1600"/>
              </a:spcAft>
              <a:buClr>
                <a:schemeClr val="lt2"/>
              </a:buClr>
              <a:buFont typeface="Roboto" panose="02000000000000000000"/>
              <a:buNone/>
              <a:defRPr sz="1865" b="0" i="0" u="none" strike="noStrike" cap="none">
                <a:solidFill>
                  <a:schemeClr val="lt2"/>
                </a:solidFill>
                <a:latin typeface="Roboto" panose="02000000000000000000"/>
                <a:ea typeface="Roboto" panose="02000000000000000000"/>
                <a:cs typeface="Roboto" panose="02000000000000000000"/>
                <a:sym typeface="Roboto" panose="02000000000000000000"/>
              </a:defRPr>
            </a:lvl6pPr>
            <a:lvl7pPr marL="3657600" marR="0" lvl="6" indent="0" algn="l" rtl="0">
              <a:lnSpc>
                <a:spcPct val="115000"/>
              </a:lnSpc>
              <a:spcBef>
                <a:spcPts val="0"/>
              </a:spcBef>
              <a:spcAft>
                <a:spcPts val="1600"/>
              </a:spcAft>
              <a:buClr>
                <a:schemeClr val="lt2"/>
              </a:buClr>
              <a:buFont typeface="Roboto" panose="02000000000000000000"/>
              <a:buNone/>
              <a:defRPr sz="1865" b="0" i="0" u="none" strike="noStrike" cap="none">
                <a:solidFill>
                  <a:schemeClr val="lt2"/>
                </a:solidFill>
                <a:latin typeface="Roboto" panose="02000000000000000000"/>
                <a:ea typeface="Roboto" panose="02000000000000000000"/>
                <a:cs typeface="Roboto" panose="02000000000000000000"/>
                <a:sym typeface="Roboto" panose="02000000000000000000"/>
              </a:defRPr>
            </a:lvl7pPr>
            <a:lvl8pPr marL="4267200" marR="0" lvl="7" indent="0" algn="l" rtl="0">
              <a:lnSpc>
                <a:spcPct val="115000"/>
              </a:lnSpc>
              <a:spcBef>
                <a:spcPts val="0"/>
              </a:spcBef>
              <a:spcAft>
                <a:spcPts val="1600"/>
              </a:spcAft>
              <a:buClr>
                <a:schemeClr val="lt2"/>
              </a:buClr>
              <a:buFont typeface="Roboto" panose="02000000000000000000"/>
              <a:buNone/>
              <a:defRPr sz="1865" b="0" i="0" u="none" strike="noStrike" cap="none">
                <a:solidFill>
                  <a:schemeClr val="lt2"/>
                </a:solidFill>
                <a:latin typeface="Roboto" panose="02000000000000000000"/>
                <a:ea typeface="Roboto" panose="02000000000000000000"/>
                <a:cs typeface="Roboto" panose="02000000000000000000"/>
                <a:sym typeface="Roboto" panose="02000000000000000000"/>
              </a:defRPr>
            </a:lvl8pPr>
            <a:lvl9pPr marL="4876800" marR="0" lvl="8" indent="0" algn="l" rtl="0">
              <a:lnSpc>
                <a:spcPct val="115000"/>
              </a:lnSpc>
              <a:spcBef>
                <a:spcPts val="0"/>
              </a:spcBef>
              <a:spcAft>
                <a:spcPts val="1600"/>
              </a:spcAft>
              <a:buClr>
                <a:schemeClr val="lt2"/>
              </a:buClr>
              <a:buFont typeface="Roboto" panose="02000000000000000000"/>
              <a:buNone/>
              <a:defRPr sz="1865" b="0" i="0" u="none" strike="noStrike" cap="none">
                <a:solidFill>
                  <a:schemeClr val="lt2"/>
                </a:solidFill>
                <a:latin typeface="Roboto" panose="02000000000000000000"/>
                <a:ea typeface="Roboto" panose="02000000000000000000"/>
                <a:cs typeface="Roboto" panose="02000000000000000000"/>
                <a:sym typeface="Roboto" panose="02000000000000000000"/>
              </a:defRPr>
            </a:lvl9pPr>
          </a:lstStyle>
          <a:p/>
        </p:txBody>
      </p:sp>
      <p:sp>
        <p:nvSpPr>
          <p:cNvPr id="19" name="Shape 19"/>
          <p:cNvSpPr txBox="1"/>
          <p:nvPr>
            <p:ph type="sldNum" idx="12"/>
          </p:nvPr>
        </p:nvSpPr>
        <p:spPr>
          <a:xfrm>
            <a:off x="11364720" y="6260831"/>
            <a:ext cx="731599" cy="52480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chemeClr val="lt1"/>
              </a:buClr>
              <a:buSzPct val="25000"/>
              <a:buFont typeface="Arial" panose="020B0604020202020204"/>
              <a:buNone/>
            </a:pPr>
            <a:fld id="{00000000-1234-1234-1234-123412341234}" type="slidenum">
              <a:rPr lang="zh-TW" sz="1400" b="0" i="0" u="none" strike="noStrike" cap="none">
                <a:solidFill>
                  <a:schemeClr val="lt1"/>
                </a:solidFill>
                <a:latin typeface="Arial" panose="020B0604020202020204"/>
                <a:ea typeface="Arial" panose="020B0604020202020204"/>
                <a:cs typeface="Arial" panose="020B0604020202020204"/>
                <a:sym typeface="Arial" panose="020B0604020202020204"/>
              </a:rPr>
            </a:fld>
            <a:endParaRPr lang="zh-TW" sz="1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
        <p:nvSpPr>
          <p:cNvPr id="5" name="矩形 4"/>
          <p:cNvSpPr/>
          <p:nvPr userDrawn="1"/>
        </p:nvSpPr>
        <p:spPr>
          <a:xfrm>
            <a:off x="0" y="0"/>
            <a:ext cx="3782060"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文本框 5"/>
          <p:cNvSpPr txBox="1"/>
          <p:nvPr userDrawn="1"/>
        </p:nvSpPr>
        <p:spPr>
          <a:xfrm rot="5400000">
            <a:off x="-3351530" y="3297555"/>
            <a:ext cx="8641080" cy="1938020"/>
          </a:xfrm>
          <a:prstGeom prst="rect">
            <a:avLst/>
          </a:prstGeom>
          <a:noFill/>
        </p:spPr>
        <p:txBody>
          <a:bodyPr wrap="square" rtlCol="0">
            <a:spAutoFit/>
          </a:bodyPr>
          <a:p>
            <a:r>
              <a:rPr lang="en-US" altLang="zh-CN" sz="12000" b="1" spc="-300">
                <a:solidFill>
                  <a:schemeClr val="bg1">
                    <a:alpha val="6000"/>
                  </a:schemeClr>
                </a:solidFill>
                <a:latin typeface="+mj-ea"/>
                <a:ea typeface="+mj-ea"/>
              </a:rPr>
              <a:t>TIANBOT</a:t>
            </a:r>
            <a:endParaRPr lang="en-US" altLang="zh-CN" sz="12000" b="1" spc="-300">
              <a:solidFill>
                <a:schemeClr val="bg1">
                  <a:alpha val="6000"/>
                </a:schemeClr>
              </a:solidFill>
              <a:latin typeface="+mj-ea"/>
              <a:ea typeface="+mj-ea"/>
            </a:endParaRPr>
          </a:p>
        </p:txBody>
      </p:sp>
      <p:sp>
        <p:nvSpPr>
          <p:cNvPr id="2" name="标题占位符 1"/>
          <p:cNvSpPr>
            <a:spLocks noGrp="1"/>
          </p:cNvSpPr>
          <p:nvPr>
            <p:ph type="title" hasCustomPrompt="1"/>
            <p:custDataLst>
              <p:tags r:id="rId2"/>
            </p:custDataLst>
          </p:nvPr>
        </p:nvSpPr>
        <p:spPr>
          <a:xfrm>
            <a:off x="1194435" y="1274445"/>
            <a:ext cx="1140460" cy="4309745"/>
          </a:xfrm>
          <a:prstGeom prst="rect">
            <a:avLst/>
          </a:prstGeom>
        </p:spPr>
        <p:txBody>
          <a:bodyPr vert="horz" lIns="101600" tIns="38100" rIns="76200" bIns="38100" rtlCol="0" anchor="ctr" anchorCtr="0">
            <a:noAutofit/>
          </a:bodyPr>
          <a:lstStyle>
            <a:lvl1pPr>
              <a:defRPr sz="7200">
                <a:solidFill>
                  <a:schemeClr val="bg1"/>
                </a:solidFill>
              </a:defRPr>
            </a:lvl1pPr>
          </a:lstStyle>
          <a:p>
            <a:r>
              <a:rPr lang="zh-CN" altLang="en-US" dirty="0"/>
              <a:t>母版标题</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5" name="矩形 4"/>
          <p:cNvSpPr/>
          <p:nvPr userDrawn="1"/>
        </p:nvSpPr>
        <p:spPr>
          <a:xfrm>
            <a:off x="0" y="0"/>
            <a:ext cx="3782060"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文本框 5"/>
          <p:cNvSpPr txBox="1"/>
          <p:nvPr userDrawn="1"/>
        </p:nvSpPr>
        <p:spPr>
          <a:xfrm rot="5400000">
            <a:off x="-3351530" y="3297555"/>
            <a:ext cx="8641080" cy="1938020"/>
          </a:xfrm>
          <a:prstGeom prst="rect">
            <a:avLst/>
          </a:prstGeom>
          <a:noFill/>
        </p:spPr>
        <p:txBody>
          <a:bodyPr wrap="square" rtlCol="0">
            <a:spAutoFit/>
          </a:bodyPr>
          <a:p>
            <a:r>
              <a:rPr lang="en-US" altLang="zh-CN" sz="12000" b="1" spc="-300">
                <a:solidFill>
                  <a:schemeClr val="bg1">
                    <a:alpha val="6000"/>
                  </a:schemeClr>
                </a:solidFill>
                <a:latin typeface="+mj-ea"/>
                <a:ea typeface="+mj-ea"/>
              </a:rPr>
              <a:t>TIANBOT</a:t>
            </a:r>
            <a:endParaRPr lang="en-US" altLang="zh-CN" sz="12000" b="1" spc="-300">
              <a:solidFill>
                <a:schemeClr val="bg1">
                  <a:alpha val="6000"/>
                </a:schemeClr>
              </a:solidFill>
              <a:latin typeface="+mj-ea"/>
              <a:ea typeface="+mj-ea"/>
            </a:endParaRPr>
          </a:p>
        </p:txBody>
      </p:sp>
      <p:sp>
        <p:nvSpPr>
          <p:cNvPr id="2" name="标题占位符 1"/>
          <p:cNvSpPr>
            <a:spLocks noGrp="1"/>
          </p:cNvSpPr>
          <p:nvPr>
            <p:ph type="title" hasCustomPrompt="1"/>
            <p:custDataLst>
              <p:tags r:id="rId2"/>
            </p:custDataLst>
          </p:nvPr>
        </p:nvSpPr>
        <p:spPr>
          <a:xfrm>
            <a:off x="1194435" y="1274445"/>
            <a:ext cx="1140460" cy="4309745"/>
          </a:xfrm>
          <a:prstGeom prst="rect">
            <a:avLst/>
          </a:prstGeom>
        </p:spPr>
        <p:txBody>
          <a:bodyPr vert="horz" lIns="101600" tIns="38100" rIns="76200" bIns="38100" rtlCol="0" anchor="ctr" anchorCtr="0">
            <a:noAutofit/>
          </a:bodyPr>
          <a:lstStyle>
            <a:lvl1pPr>
              <a:defRPr sz="7200">
                <a:solidFill>
                  <a:schemeClr val="bg1"/>
                </a:solidFill>
              </a:defRPr>
            </a:lvl1pPr>
          </a:lstStyle>
          <a:p>
            <a:r>
              <a:rPr lang="zh-CN" altLang="en-US" dirty="0"/>
              <a:t>母版标题</a:t>
            </a:r>
            <a:endParaRPr lang="zh-CN" altLang="en-US" dirty="0"/>
          </a:p>
        </p:txBody>
      </p:sp>
      <p:sp>
        <p:nvSpPr>
          <p:cNvPr id="3" name="文本占位符 2"/>
          <p:cNvSpPr>
            <a:spLocks noGrp="1"/>
          </p:cNvSpPr>
          <p:nvPr>
            <p:ph type="body" idx="1"/>
            <p:custDataLst>
              <p:tags r:id="rId3"/>
            </p:custDataLst>
          </p:nvPr>
        </p:nvSpPr>
        <p:spPr>
          <a:xfrm>
            <a:off x="4630420" y="553720"/>
            <a:ext cx="7206615" cy="5742940"/>
          </a:xfrm>
          <a:prstGeom prst="rect">
            <a:avLst/>
          </a:prstGeom>
        </p:spPr>
        <p:txBody>
          <a:bodyPr vert="horz" lIns="90000" tIns="46800" rIns="90000" bIns="46800" rtlCol="0">
            <a:normAutofit/>
          </a:bodyPr>
          <a:lstStyle>
            <a:lvl1pPr>
              <a:buFont typeface="Wingdings" panose="05000000000000000000" charset="0"/>
              <a:buChar char="l"/>
              <a:defRPr sz="2400">
                <a:solidFill>
                  <a:srgbClr val="629CCE"/>
                </a:solidFill>
              </a:defRPr>
            </a:lvl1pPr>
            <a:lvl2pPr marL="800100" indent="-342900">
              <a:buFont typeface="+mj-lt"/>
              <a:buAutoNum type="arabicPeriod"/>
              <a:defRPr sz="2000">
                <a:solidFill>
                  <a:srgbClr val="629CCE"/>
                </a:solidFill>
              </a:defRPr>
            </a:lvl2pPr>
            <a:lvl3pPr marL="914400" indent="0">
              <a:buFont typeface="Wingdings" panose="05000000000000000000" charset="0"/>
              <a:buChar char="Ø"/>
              <a:defRPr sz="1800">
                <a:solidFill>
                  <a:srgbClr val="629CCE"/>
                </a:solidFill>
              </a:defRPr>
            </a:lvl3pPr>
            <a:lvl4pPr>
              <a:defRPr sz="1800">
                <a:solidFill>
                  <a:srgbClr val="629CCE"/>
                </a:solidFill>
              </a:defRPr>
            </a:lvl4pPr>
            <a:lvl5pPr>
              <a:buFont typeface="Wingdings" panose="05000000000000000000" charset="0"/>
              <a:buChar char="ü"/>
              <a:defRPr sz="1800">
                <a:solidFill>
                  <a:srgbClr val="629CCE"/>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rgbClr val="00206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2">
            <a:lumMod val="95000"/>
          </a:schemeClr>
        </a:solidFill>
        <a:effectLst/>
      </p:bgPr>
    </p:bg>
    <p:spTree>
      <p:nvGrpSpPr>
        <p:cNvPr id="1" name=""/>
        <p:cNvGrpSpPr/>
        <p:nvPr/>
      </p:nvGrpSpPr>
      <p:grpSpPr>
        <a:xfrm>
          <a:off x="0" y="0"/>
          <a:ext cx="0" cy="0"/>
          <a:chOff x="0" y="0"/>
          <a:chExt cx="0" cy="0"/>
        </a:xfrm>
      </p:grpSpPr>
      <p:pic>
        <p:nvPicPr>
          <p:cNvPr id="5" name="图片 4"/>
          <p:cNvPicPr/>
          <p:nvPr userDrawn="1">
            <p:custDataLst>
              <p:tags r:id="rId2"/>
            </p:custDataLst>
          </p:nvPr>
        </p:nvPicPr>
        <p:blipFill>
          <a:blip r:embed="rId3" r:link="rId4"/>
          <a:stretch>
            <a:fillRect/>
          </a:stretch>
        </p:blipFill>
        <p:spPr>
          <a:xfrm>
            <a:off x="0" y="0"/>
            <a:ext cx="12192000" cy="6858000"/>
          </a:xfrm>
          <a:prstGeom prst="rect">
            <a:avLst/>
          </a:prstGeom>
        </p:spPr>
      </p:pic>
      <p:sp>
        <p:nvSpPr>
          <p:cNvPr id="16" name="日期占位符 15"/>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18" name="灯片编号占位符 17"/>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3" name="标题 2"/>
          <p:cNvSpPr>
            <a:spLocks noGrp="1"/>
          </p:cNvSpPr>
          <p:nvPr>
            <p:ph type="ctrTitle" idx="14" hasCustomPrompt="1"/>
            <p:custDataLst>
              <p:tags r:id="rId8"/>
            </p:custDataLst>
          </p:nvPr>
        </p:nvSpPr>
        <p:spPr>
          <a:xfrm>
            <a:off x="6948703" y="2137727"/>
            <a:ext cx="4825365" cy="2212340"/>
          </a:xfrm>
        </p:spPr>
        <p:txBody>
          <a:bodyPr vert="horz" wrap="square" lIns="0" tIns="0" rIns="0" bIns="0" anchor="ctr" anchorCtr="0">
            <a:normAutofit/>
          </a:bodyPr>
          <a:lstStyle>
            <a:lvl1pPr marL="0" marR="0" indent="0" algn="l" defTabSz="914400" rtl="0" eaLnBrk="1" fontAlgn="auto" latinLnBrk="0" hangingPunct="1">
              <a:lnSpc>
                <a:spcPct val="100000"/>
              </a:lnSpc>
              <a:spcBef>
                <a:spcPct val="0"/>
              </a:spcBef>
              <a:spcAft>
                <a:spcPts val="0"/>
              </a:spcAft>
              <a:buClrTx/>
              <a:buSzPts val="5400"/>
              <a:buFont typeface="Arial" panose="020B0604020202020204" pitchFamily="34" charset="0"/>
              <a:buNone/>
              <a:defRPr sz="5400" b="0" spc="600">
                <a:solidFill>
                  <a:schemeClr val="tx1"/>
                </a:solidFill>
                <a:latin typeface="Arial" panose="020B0604020202020204" pitchFamily="34" charset="0"/>
                <a:ea typeface="汉仪旗黑-85S" panose="00020600040101010101" pitchFamily="18" charset="-122"/>
              </a:defRPr>
            </a:lvl1pPr>
          </a:lstStyle>
          <a:p>
            <a:r>
              <a:rPr lang="zh-CN" altLang="en-US"/>
              <a:t>编辑标题</a:t>
            </a:r>
            <a:endParaRPr lang="zh-CN" altLang="en-US"/>
          </a:p>
        </p:txBody>
      </p:sp>
      <p:sp>
        <p:nvSpPr>
          <p:cNvPr id="2" name="副标题 1"/>
          <p:cNvSpPr>
            <a:spLocks noGrp="1"/>
          </p:cNvSpPr>
          <p:nvPr>
            <p:ph type="subTitle" idx="13" hasCustomPrompt="1"/>
            <p:custDataLst>
              <p:tags r:id="rId9"/>
            </p:custDataLst>
          </p:nvPr>
        </p:nvSpPr>
        <p:spPr>
          <a:xfrm>
            <a:off x="7025538" y="4350068"/>
            <a:ext cx="1786571" cy="370205"/>
          </a:xfrm>
        </p:spPr>
        <p:txBody>
          <a:bodyPr vert="horz" wrap="square" lIns="0" tIns="0" rIns="0" bIns="0" anchor="t" anchorCtr="0">
            <a:normAutofit/>
          </a:bodyPr>
          <a:lstStyle>
            <a:lvl1pPr marL="0" marR="0" indent="0" algn="l" defTabSz="914400" rtl="0" eaLnBrk="1" fontAlgn="auto" latinLnBrk="0" hangingPunct="1">
              <a:lnSpc>
                <a:spcPct val="100000"/>
              </a:lnSpc>
              <a:spcBef>
                <a:spcPts val="0"/>
              </a:spcBef>
              <a:spcAft>
                <a:spcPts val="0"/>
              </a:spcAft>
              <a:buClrTx/>
              <a:buSzPts val="2000"/>
              <a:buFont typeface="Arial" panose="020B0604020202020204" pitchFamily="34" charset="0"/>
              <a:buNone/>
              <a:defRPr sz="2000" b="0" spc="200">
                <a:solidFill>
                  <a:schemeClr val="tx1"/>
                </a:solidFill>
                <a:latin typeface="Arial" panose="020B0604020202020204" pitchFamily="34" charset="0"/>
                <a:ea typeface="微软雅黑" panose="020B0503020204020204" pitchFamily="34"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dirty="0"/>
              <a:t>编辑文本</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tx2"/>
        </a:solidFill>
        <a:effectLst/>
      </p:bgPr>
    </p:bg>
    <p:spTree>
      <p:nvGrpSpPr>
        <p:cNvPr id="1" name=""/>
        <p:cNvGrpSpPr/>
        <p:nvPr/>
      </p:nvGrpSpPr>
      <p:grpSpPr>
        <a:xfrm>
          <a:off x="0" y="0"/>
          <a:ext cx="0" cy="0"/>
          <a:chOff x="0" y="0"/>
          <a:chExt cx="0" cy="0"/>
        </a:xfrm>
      </p:grpSpPr>
      <p:pic>
        <p:nvPicPr>
          <p:cNvPr id="6" name="图片 5"/>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日期占位符 2"/>
          <p:cNvSpPr>
            <a:spLocks noGrp="1"/>
          </p:cNvSpPr>
          <p:nvPr>
            <p:ph type="dt" sz="half" idx="10"/>
            <p:custDataLst>
              <p:tags r:id="rId5"/>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5" name="灯片编号占位符 4"/>
          <p:cNvSpPr>
            <a:spLocks noGrp="1"/>
          </p:cNvSpPr>
          <p:nvPr>
            <p:ph type="sldNum" sz="quarter" idx="12"/>
            <p:custDataLst>
              <p:tags r:id="rId7"/>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a:p>
        </p:txBody>
      </p:sp>
      <p:sp>
        <p:nvSpPr>
          <p:cNvPr id="7" name="文本占位符 6"/>
          <p:cNvSpPr>
            <a:spLocks noGrp="1"/>
          </p:cNvSpPr>
          <p:nvPr>
            <p:ph type="body" idx="14" hasCustomPrompt="1"/>
            <p:custDataLst>
              <p:tags r:id="rId8"/>
            </p:custDataLst>
          </p:nvPr>
        </p:nvSpPr>
        <p:spPr>
          <a:xfrm>
            <a:off x="991235" y="3571875"/>
            <a:ext cx="4826000" cy="1090930"/>
          </a:xfrm>
        </p:spPr>
        <p:txBody>
          <a:bodyPr vert="horz" wrap="square" lIns="0" tIns="0" rIns="0" bIns="0" anchor="t" anchorCtr="0">
            <a:normAutofit/>
          </a:bodyPr>
          <a:lstStyle>
            <a:lvl1pPr marL="342900" marR="0" indent="-342900" algn="l" rtl="0" eaLnBrk="1" fontAlgn="auto">
              <a:lnSpc>
                <a:spcPct val="120000"/>
              </a:lnSpc>
              <a:spcBef>
                <a:spcPts val="0"/>
              </a:spcBef>
              <a:spcAft>
                <a:spcPts val="0"/>
              </a:spcAft>
              <a:buClrTx/>
              <a:buSzPts val="1800"/>
              <a:buFont typeface="Arial" panose="020B0604020202020204" pitchFamily="34" charset="0"/>
              <a:buNone/>
              <a:defRPr sz="1800" b="0" spc="200">
                <a:solidFill>
                  <a:schemeClr val="tx1"/>
                </a:solidFill>
                <a:latin typeface="Arial" panose="020B0604020202020204" pitchFamily="34" charset="0"/>
                <a:ea typeface="微软雅黑" panose="020B0503020204020204" pitchFamily="34" charset="-122"/>
              </a:defRPr>
            </a:lvl1pPr>
          </a:lstStyle>
          <a:p>
            <a:pPr marL="0" marR="0" lvl="0" indent="0" algn="l" defTabSz="914400" rtl="0" eaLnBrk="1" fontAlgn="auto" latinLnBrk="0" hangingPunct="1">
              <a:lnSpc>
                <a:spcPct val="120000"/>
              </a:lnSpc>
              <a:spcBef>
                <a:spcPts val="0"/>
              </a:spcBef>
              <a:spcAft>
                <a:spcPts val="0"/>
              </a:spcAft>
              <a:buClr>
                <a:schemeClr val="tx1">
                  <a:lumMod val="65000"/>
                  <a:lumOff val="35000"/>
                </a:schemeClr>
              </a:buClr>
              <a:buSzPts val="1800"/>
              <a:buFont typeface="Arial" panose="020B0604020202020204" pitchFamily="34" charset="0"/>
              <a:buNone/>
            </a:pPr>
            <a:r>
              <a:rPr lang="zh-CN" altLang="en-US"/>
              <a:t>单击此处编辑副标题</a:t>
            </a:r>
            <a:endParaRPr lang="zh-CN" altLang="en-US"/>
          </a:p>
        </p:txBody>
      </p:sp>
      <p:sp>
        <p:nvSpPr>
          <p:cNvPr id="2" name="标题 1"/>
          <p:cNvSpPr>
            <a:spLocks noGrp="1"/>
          </p:cNvSpPr>
          <p:nvPr>
            <p:ph type="title" idx="13" hasCustomPrompt="1"/>
            <p:custDataLst>
              <p:tags r:id="rId9"/>
            </p:custDataLst>
          </p:nvPr>
        </p:nvSpPr>
        <p:spPr>
          <a:xfrm>
            <a:off x="991235" y="2195195"/>
            <a:ext cx="4359910" cy="1172210"/>
          </a:xfrm>
        </p:spPr>
        <p:txBody>
          <a:bodyPr vert="horz" wrap="square" lIns="0" tIns="0" rIns="0" bIns="0" anchor="ctr" anchorCtr="0">
            <a:normAutofit/>
          </a:bodyPr>
          <a:lstStyle>
            <a:lvl1pPr marL="0" marR="0" indent="0" algn="l" defTabSz="914400" rtl="0" eaLnBrk="1" fontAlgn="auto" latinLnBrk="0" hangingPunct="1">
              <a:lnSpc>
                <a:spcPct val="100000"/>
              </a:lnSpc>
              <a:spcBef>
                <a:spcPct val="0"/>
              </a:spcBef>
              <a:spcAft>
                <a:spcPts val="0"/>
              </a:spcAft>
              <a:buClrTx/>
              <a:buSzPts val="6600"/>
              <a:buFont typeface="Arial" panose="020B0604020202020204" pitchFamily="34" charset="0"/>
              <a:buNone/>
              <a:defRPr sz="6600" b="0" spc="700">
                <a:solidFill>
                  <a:schemeClr val="tx1"/>
                </a:solidFill>
                <a:latin typeface="Arial" panose="020B0604020202020204" pitchFamily="34" charset="0"/>
                <a:ea typeface="汉仪旗黑-85S" panose="00020600040101010101" pitchFamily="18" charset="-122"/>
              </a:defRPr>
            </a:lvl1pPr>
          </a:lstStyle>
          <a:p>
            <a:r>
              <a:rPr lang="zh-CN" altLang="en-US"/>
              <a:t>编辑标题</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image" Target="../media/image2.png"/><Relationship Id="rId16" Type="http://schemas.openxmlformats.org/officeDocument/2006/relationships/tags" Target="../tags/tag3.xml"/><Relationship Id="rId15" Type="http://schemas.openxmlformats.org/officeDocument/2006/relationships/tags" Target="../tags/tag2.xml"/><Relationship Id="rId14" Type="http://schemas.openxmlformats.org/officeDocument/2006/relationships/tags" Target="../tags/tag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2" Type="http://schemas.openxmlformats.org/officeDocument/2006/relationships/theme" Target="../theme/theme2.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0" y="169545"/>
            <a:ext cx="12192000" cy="639445"/>
          </a:xfrm>
          <a:prstGeom prst="rect">
            <a:avLst/>
          </a:prstGeom>
          <a:noFill/>
        </p:spPr>
        <p:txBody>
          <a:bodyPr vert="horz" lIns="90000" tIns="46800" rIns="90000" bIns="46800" rtlCol="0" anchor="ctr">
            <a:normAutofit/>
          </a:bodyPr>
          <a:lstStyle/>
          <a:p>
            <a:r>
              <a:rPr lang="zh-CN" altLang="en-US"/>
              <a:t>单击此处编辑母版标题样式</a:t>
            </a:r>
            <a:endParaRPr lang="zh-CN" altLang="en-US"/>
          </a:p>
        </p:txBody>
      </p:sp>
      <p:sp>
        <p:nvSpPr>
          <p:cNvPr id="3" name="文本占位符 2"/>
          <p:cNvSpPr>
            <a:spLocks noGrp="1"/>
          </p:cNvSpPr>
          <p:nvPr>
            <p:ph type="body" idx="1"/>
            <p:custDataLst>
              <p:tags r:id="rId15"/>
            </p:custDataLst>
          </p:nvPr>
        </p:nvSpPr>
        <p:spPr>
          <a:xfrm>
            <a:off x="838200" y="1108710"/>
            <a:ext cx="10515600" cy="506857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KSO_TEMPLATE" hidden="1"/>
          <p:cNvSpPr/>
          <p:nvPr>
            <p:custDataLst>
              <p:tags r:id="rId1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2"/>
          <p:cNvSpPr/>
          <p:nvPr/>
        </p:nvSpPr>
        <p:spPr>
          <a:xfrm>
            <a:off x="6096000" y="6477000"/>
            <a:ext cx="6096000" cy="381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fontAlgn="auto">
              <a:spcBef>
                <a:spcPts val="0"/>
              </a:spcBef>
              <a:spcAft>
                <a:spcPts val="0"/>
              </a:spcAft>
              <a:defRPr/>
            </a:pPr>
            <a:endParaRPr lang="en-US">
              <a:solidFill>
                <a:schemeClr val="bg1"/>
              </a:solidFill>
            </a:endParaRPr>
          </a:p>
        </p:txBody>
      </p:sp>
      <p:sp>
        <p:nvSpPr>
          <p:cNvPr id="9" name="Rectangle 3"/>
          <p:cNvSpPr/>
          <p:nvPr/>
        </p:nvSpPr>
        <p:spPr>
          <a:xfrm>
            <a:off x="0" y="6477000"/>
            <a:ext cx="6096000" cy="381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fontAlgn="auto">
              <a:spcBef>
                <a:spcPts val="0"/>
              </a:spcBef>
              <a:spcAft>
                <a:spcPts val="0"/>
              </a:spcAft>
              <a:defRPr/>
            </a:pPr>
            <a:endParaRPr lang="en-US">
              <a:solidFill>
                <a:schemeClr val="bg1"/>
              </a:solidFill>
            </a:endParaRPr>
          </a:p>
        </p:txBody>
      </p:sp>
      <p:sp>
        <p:nvSpPr>
          <p:cNvPr id="10" name="Text Placeholder 10"/>
          <p:cNvSpPr>
            <a:spLocks noGrp="1"/>
          </p:cNvSpPr>
          <p:nvPr/>
        </p:nvSpPr>
        <p:spPr>
          <a:xfrm>
            <a:off x="1422400" y="6477000"/>
            <a:ext cx="4673600" cy="381000"/>
          </a:xfrm>
          <a:prstGeom prst="rect">
            <a:avLst/>
          </a:prstGeom>
        </p:spPr>
        <p:txBody>
          <a:bodyPr vert="horz" lIns="91440" tIns="45720" rIns="91440" bIns="45720" rtlCol="0" anchor="ctr">
            <a:normAutofit/>
          </a:bodyPr>
          <a:lstStyle>
            <a:lvl1pPr algn="r">
              <a:buNone/>
              <a:defRPr lang="en-US" sz="1200" kern="1200" baseline="0" dirty="0">
                <a:solidFill>
                  <a:schemeClr val="bg1"/>
                </a:solidFill>
                <a:latin typeface="+mn-lt"/>
                <a:ea typeface="+mn-ea"/>
                <a:cs typeface="+mn-cs"/>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lgn="ctr"/>
            <a:r>
              <a:rPr lang="zh-CN" altLang="en-US" sz="1800"/>
              <a:t>天之博特</a:t>
            </a:r>
            <a:endParaRPr lang="zh-CN" altLang="en-US" sz="1800"/>
          </a:p>
        </p:txBody>
      </p:sp>
      <p:sp>
        <p:nvSpPr>
          <p:cNvPr id="11" name="Date Placeholder 6"/>
          <p:cNvSpPr>
            <a:spLocks noGrp="1"/>
          </p:cNvSpPr>
          <p:nvPr/>
        </p:nvSpPr>
        <p:spPr>
          <a:xfrm>
            <a:off x="0" y="6492876"/>
            <a:ext cx="1422400" cy="365125"/>
          </a:xfrm>
          <a:prstGeom prst="rect">
            <a:avLst/>
          </a:prstGeom>
        </p:spPr>
        <p:txBody>
          <a:bodyPr vert="horz" lIns="91440" tIns="45720" rIns="91440" bIns="45720" rtlCol="0" anchor="ctr"/>
          <a:lstStyle>
            <a:lvl1pPr>
              <a:defRPr smtClean="0">
                <a:solidFill>
                  <a:schemeClr val="bg1"/>
                </a:solidFill>
              </a:defRPr>
            </a:lvl1pPr>
          </a:lstStyle>
          <a:p>
            <a:pPr>
              <a:defRPr/>
            </a:pPr>
            <a:fld id="{6E0E12EE-96A2-C344-9072-9900FDB03818}" type="datetime1">
              <a:rPr lang="en-US"/>
            </a:fld>
            <a:endParaRPr lang="en-US"/>
          </a:p>
        </p:txBody>
      </p:sp>
      <p:sp>
        <p:nvSpPr>
          <p:cNvPr id="12" name="Footer Placeholder 7"/>
          <p:cNvSpPr>
            <a:spLocks noGrp="1"/>
          </p:cNvSpPr>
          <p:nvPr/>
        </p:nvSpPr>
        <p:spPr>
          <a:xfrm>
            <a:off x="6096000" y="6492876"/>
            <a:ext cx="4673600" cy="365125"/>
          </a:xfrm>
          <a:prstGeom prst="rect">
            <a:avLst/>
          </a:prstGeom>
        </p:spPr>
        <p:txBody>
          <a:bodyPr vert="horz" lIns="91440" tIns="45720" rIns="91440" bIns="45720" rtlCol="0" anchor="ctr"/>
          <a:lstStyle>
            <a:lvl1pPr algn="l">
              <a:defRPr baseline="0">
                <a:solidFill>
                  <a:schemeClr val="bg1"/>
                </a:solidFill>
              </a:defRPr>
            </a:lvl1pPr>
          </a:lstStyle>
          <a:p>
            <a:pPr algn="ctr">
              <a:defRPr/>
            </a:pPr>
            <a:r>
              <a:rPr lang="zh-CN" altLang="en-US"/>
              <a:t>ROS机器人集群的仿真与实践</a:t>
            </a:r>
            <a:endParaRPr lang="zh-CN" altLang="en-US"/>
          </a:p>
        </p:txBody>
      </p:sp>
      <p:sp>
        <p:nvSpPr>
          <p:cNvPr id="13" name="Slide Number Placeholder 8"/>
          <p:cNvSpPr>
            <a:spLocks noGrp="1"/>
          </p:cNvSpPr>
          <p:nvPr/>
        </p:nvSpPr>
        <p:spPr>
          <a:xfrm>
            <a:off x="10769600" y="6492876"/>
            <a:ext cx="1422400" cy="365125"/>
          </a:xfrm>
          <a:prstGeom prst="rect">
            <a:avLst/>
          </a:prstGeom>
        </p:spPr>
        <p:txBody>
          <a:bodyPr vert="horz" lIns="91440" tIns="45720" rIns="91440" bIns="45720" rtlCol="0" anchor="ctr"/>
          <a:lstStyle>
            <a:lvl1pPr>
              <a:defRPr smtClean="0">
                <a:solidFill>
                  <a:schemeClr val="bg1"/>
                </a:solidFill>
              </a:defRPr>
            </a:lvl1pPr>
          </a:lstStyle>
          <a:p>
            <a:pPr>
              <a:defRPr/>
            </a:pPr>
            <a:fld id="{EDCC7122-EE95-AB4C-9DA1-FB534EDD1F08}" type="slidenum">
              <a:rPr lang="en-US"/>
            </a:fld>
            <a:endParaRPr lang="en-US"/>
          </a:p>
        </p:txBody>
      </p:sp>
      <p:pic>
        <p:nvPicPr>
          <p:cNvPr id="15" name="图片 14" descr="T111909天之博特logo源文件1"/>
          <p:cNvPicPr>
            <a:picLocks noChangeAspect="1"/>
          </p:cNvPicPr>
          <p:nvPr/>
        </p:nvPicPr>
        <p:blipFill>
          <a:blip r:embed="rId17"/>
          <a:stretch>
            <a:fillRect/>
          </a:stretch>
        </p:blipFill>
        <p:spPr>
          <a:xfrm>
            <a:off x="10902950" y="24765"/>
            <a:ext cx="1155700" cy="46355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12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Wingdings" panose="05000000000000000000" charset="0"/>
        <a:buChar char="l"/>
        <a:defRPr sz="2400" kern="1200">
          <a:solidFill>
            <a:schemeClr val="tx1"/>
          </a:solidFill>
          <a:latin typeface="+mn-lt"/>
          <a:ea typeface="+mn-ea"/>
          <a:cs typeface="+mn-cs"/>
        </a:defRPr>
      </a:lvl1pPr>
      <a:lvl2pPr marL="914400" indent="-457200" algn="l" defTabSz="914400" rtl="0" eaLnBrk="1" latinLnBrk="0" hangingPunct="1">
        <a:lnSpc>
          <a:spcPct val="120000"/>
        </a:lnSpc>
        <a:spcBef>
          <a:spcPts val="500"/>
        </a:spcBef>
        <a:buFont typeface="+mj-lt"/>
        <a:buAutoNum type="arabicPeriod"/>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Wingdings" panose="05000000000000000000" charset="0"/>
        <a:buChar char="Ø"/>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Wingdings" panose="05000000000000000000" charset="0"/>
        <a:buChar char="ü"/>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608400" y="608400"/>
            <a:ext cx="10969200" cy="648000"/>
          </a:xfrm>
          <a:prstGeom prst="rect">
            <a:avLst/>
          </a:prstGeom>
        </p:spPr>
        <p:txBody>
          <a:bodyPr vert="horz" lIns="101600" tIns="38100" rIns="76200" bIns="3810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7"/>
            </p:custDataLst>
          </p:nvPr>
        </p:nvSpPr>
        <p:spPr>
          <a:xfrm>
            <a:off x="608400" y="1515600"/>
            <a:ext cx="10969200" cy="473688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8"/>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rgbClr val="629CCE"/>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9"/>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rgbClr val="629CCE"/>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0"/>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rgbClr val="629CCE"/>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KSO_TEMPLATE" hidden="1"/>
          <p:cNvSpPr/>
          <p:nvPr>
            <p:custDataLst>
              <p:tags r:id="rId11"/>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rgbClr val="629CCE"/>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0" normalizeH="0" baseline="0">
          <a:solidFill>
            <a:srgbClr val="629CCE"/>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rgbClr val="629CCE"/>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0" normalizeH="0" baseline="0">
          <a:solidFill>
            <a:srgbClr val="629CCE"/>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0" normalizeH="0" baseline="0">
          <a:solidFill>
            <a:srgbClr val="629CCE"/>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0" normalizeH="0" baseline="0">
          <a:solidFill>
            <a:srgbClr val="629CCE"/>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1.xml"/><Relationship Id="rId3" Type="http://schemas.openxmlformats.org/officeDocument/2006/relationships/tags" Target="../tags/tag26.xml"/><Relationship Id="rId2" Type="http://schemas.openxmlformats.org/officeDocument/2006/relationships/image" Target="../media/image5.jpeg"/><Relationship Id="rId1" Type="http://schemas.openxmlformats.org/officeDocument/2006/relationships/tags" Target="../tags/tag25.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27.xml"/><Relationship Id="rId2" Type="http://schemas.openxmlformats.org/officeDocument/2006/relationships/hyperlink" Target="https://abc-swarm.readthedocs.io/" TargetMode="External"/><Relationship Id="rId1" Type="http://schemas.openxmlformats.org/officeDocument/2006/relationships/hyperlink" Target="https://github.com/tianbot/abc_swarm" TargetMode="Externa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tags" Target="../tags/tag29.xml"/><Relationship Id="rId2" Type="http://schemas.openxmlformats.org/officeDocument/2006/relationships/image" Target="../media/image6.png"/><Relationship Id="rId1" Type="http://schemas.openxmlformats.org/officeDocument/2006/relationships/tags" Target="../tags/tag28.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0.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tags" Target="../tags/tag32.xml"/><Relationship Id="rId4" Type="http://schemas.openxmlformats.org/officeDocument/2006/relationships/image" Target="../media/image7.png"/><Relationship Id="rId3" Type="http://schemas.openxmlformats.org/officeDocument/2006/relationships/tags" Target="../tags/tag31.xml"/><Relationship Id="rId2" Type="http://schemas.openxmlformats.org/officeDocument/2006/relationships/hyperlink" Target="https://www.bilibili.com/video/BV1zb4y1x7Cd" TargetMode="External"/><Relationship Id="rId1" Type="http://schemas.openxmlformats.org/officeDocument/2006/relationships/hyperlink" Target="https://www.bilibili.com/video/BV1o44y1J7nc" TargetMode="Externa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tags" Target="../tags/tag33.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34.xml"/><Relationship Id="rId2" Type="http://schemas.openxmlformats.org/officeDocument/2006/relationships/image" Target="../media/image12.pn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5.xml"/><Relationship Id="rId1" Type="http://schemas.openxmlformats.org/officeDocument/2006/relationships/hyperlink" Target="https://github.com/tianbot/abc_swarm" TargetMode="Externa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36.xml"/><Relationship Id="rId2" Type="http://schemas.openxmlformats.org/officeDocument/2006/relationships/hyperlink" Target="http://wiki.ros.org/tf/Tutorials/Writing%20a%20tf%20broadcaster%20%28Python%29" TargetMode="External"/><Relationship Id="rId1" Type="http://schemas.openxmlformats.org/officeDocument/2006/relationships/hyperlink" Target="https://answers.ros.org/question/41433/multiple-robots-simulation-and-navigation/" TargetMode="Externa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37.xml"/><Relationship Id="rId2" Type="http://schemas.openxmlformats.org/officeDocument/2006/relationships/image" Target="../media/image13.png"/><Relationship Id="rId1" Type="http://schemas.openxmlformats.org/officeDocument/2006/relationships/hyperlink" Target="https://www.bilibili.com/video/BV12r4y1Y7Vm" TargetMode="Externa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tags" Target="../tags/tag38.xml"/><Relationship Id="rId3" Type="http://schemas.openxmlformats.org/officeDocument/2006/relationships/hyperlink" Target="https://mp.weixin.qq.com/s/DvkcSuF8IMUQZt0cLw4jgA" TargetMode="External"/><Relationship Id="rId2" Type="http://schemas.openxmlformats.org/officeDocument/2006/relationships/hyperlink" Target="https://mp.weixin.qq.com/s/eKbU-bPDLqHTw5H3w2n9Rg" TargetMode="External"/><Relationship Id="rId1" Type="http://schemas.openxmlformats.org/officeDocument/2006/relationships/hyperlink" Target="https://mp.weixin.qq.com/s/h6NsAR1YPnry6Onsy20QAA" TargetMode="Externa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hyperlink" Target="https://github.com/tianbot/rmtt_ros" TargetMode="Externa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42.xml"/><Relationship Id="rId2" Type="http://schemas.openxmlformats.org/officeDocument/2006/relationships/image" Target="../media/image14.png"/><Relationship Id="rId1" Type="http://schemas.openxmlformats.org/officeDocument/2006/relationships/hyperlink" Target="https://www.bilibili.com/video/BV1wb4y1x7y" TargetMode="Externa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43.xml"/><Relationship Id="rId2" Type="http://schemas.openxmlformats.org/officeDocument/2006/relationships/hyperlink" Target="https://github.com/tianbot/rmtt_ros" TargetMode="External"/><Relationship Id="rId1" Type="http://schemas.openxmlformats.org/officeDocument/2006/relationships/hyperlink" Target="https://github.com/tianbot/abc_swarm" TargetMode="Externa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50.xml"/><Relationship Id="rId2" Type="http://schemas.openxmlformats.org/officeDocument/2006/relationships/image" Target="../media/image15.png"/><Relationship Id="rId1" Type="http://schemas.openxmlformats.org/officeDocument/2006/relationships/hyperlink" Target="https://www.bilibili.com/video/BV1o44y1J7nc" TargetMode="Externa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52.xml"/><Relationship Id="rId1" Type="http://schemas.openxmlformats.org/officeDocument/2006/relationships/tags" Target="../tags/tag51.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54.xml"/><Relationship Id="rId2" Type="http://schemas.openxmlformats.org/officeDocument/2006/relationships/image" Target="../media/image16.png"/><Relationship Id="rId1" Type="http://schemas.openxmlformats.org/officeDocument/2006/relationships/tags" Target="../tags/tag5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5.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57.xml"/><Relationship Id="rId2" Type="http://schemas.openxmlformats.org/officeDocument/2006/relationships/image" Target="../media/image17.png"/><Relationship Id="rId1" Type="http://schemas.openxmlformats.org/officeDocument/2006/relationships/tags" Target="../tags/tag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p:nvPr/>
        </p:nvSpPr>
        <p:spPr bwMode="auto">
          <a:xfrm>
            <a:off x="1896622" y="2499960"/>
            <a:ext cx="8461375" cy="575544"/>
          </a:xfrm>
          <a:prstGeom prst="rect">
            <a:avLst/>
          </a:prstGeom>
          <a:noFill/>
          <a:ln>
            <a:noFill/>
            <a:miter lim="800000"/>
          </a:ln>
          <a:scene3d>
            <a:camera prst="orthographicFront"/>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kern="1200">
                <a:solidFill>
                  <a:schemeClr val="tx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3600" b="1">
                <a:solidFill>
                  <a:schemeClr val="tx1"/>
                </a:solidFill>
                <a:latin typeface="黑体" panose="02010609060101010101" pitchFamily="49" charset="-122"/>
                <a:ea typeface="黑体" panose="02010609060101010101" pitchFamily="49" charset="-122"/>
              </a:defRPr>
            </a:lvl2pPr>
            <a:lvl3pPr algn="ctr" rtl="0" eaLnBrk="0" fontAlgn="base" hangingPunct="0">
              <a:spcBef>
                <a:spcPct val="0"/>
              </a:spcBef>
              <a:spcAft>
                <a:spcPct val="0"/>
              </a:spcAft>
              <a:defRPr sz="3600" b="1">
                <a:solidFill>
                  <a:schemeClr val="tx1"/>
                </a:solidFill>
                <a:latin typeface="黑体" panose="02010609060101010101" pitchFamily="49" charset="-122"/>
                <a:ea typeface="黑体" panose="02010609060101010101" pitchFamily="49" charset="-122"/>
              </a:defRPr>
            </a:lvl3pPr>
            <a:lvl4pPr algn="ctr" rtl="0" eaLnBrk="0" fontAlgn="base" hangingPunct="0">
              <a:spcBef>
                <a:spcPct val="0"/>
              </a:spcBef>
              <a:spcAft>
                <a:spcPct val="0"/>
              </a:spcAft>
              <a:defRPr sz="3600" b="1">
                <a:solidFill>
                  <a:schemeClr val="tx1"/>
                </a:solidFill>
                <a:latin typeface="黑体" panose="02010609060101010101" pitchFamily="49" charset="-122"/>
                <a:ea typeface="黑体" panose="02010609060101010101" pitchFamily="49" charset="-122"/>
              </a:defRPr>
            </a:lvl4pPr>
            <a:lvl5pPr algn="ctr" rtl="0" eaLnBrk="0" fontAlgn="base" hangingPunct="0">
              <a:spcBef>
                <a:spcPct val="0"/>
              </a:spcBef>
              <a:spcAft>
                <a:spcPct val="0"/>
              </a:spcAft>
              <a:defRPr sz="3600" b="1">
                <a:solidFill>
                  <a:schemeClr val="tx1"/>
                </a:solidFill>
                <a:latin typeface="黑体" panose="02010609060101010101" pitchFamily="49" charset="-122"/>
                <a:ea typeface="黑体" panose="02010609060101010101" pitchFamily="49"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ts val="1200"/>
              </a:spcBef>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 name="矩形 11"/>
          <p:cNvSpPr/>
          <p:nvPr/>
        </p:nvSpPr>
        <p:spPr>
          <a:xfrm>
            <a:off x="1896622" y="4354438"/>
            <a:ext cx="1058186" cy="96188"/>
          </a:xfrm>
          <a:prstGeom prst="rect">
            <a:avLst/>
          </a:prstGeom>
          <a:solidFill>
            <a:srgbClr val="00206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2706999" y="4440582"/>
            <a:ext cx="7566111"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14" name="图片 13" descr="C:/Users/tianb/AppData/Local/Temp/picturecompress_20211118150728/output_1.jpgoutput_1"/>
          <p:cNvPicPr>
            <a:picLocks noChangeAspect="1"/>
          </p:cNvPicPr>
          <p:nvPr>
            <p:custDataLst>
              <p:tags r:id="rId1"/>
            </p:custDataLst>
          </p:nvPr>
        </p:nvPicPr>
        <p:blipFill rotWithShape="1">
          <a:blip r:embed="rId2"/>
          <a:srcRect/>
          <a:stretch>
            <a:fillRect/>
          </a:stretch>
        </p:blipFill>
        <p:spPr>
          <a:xfrm>
            <a:off x="9866376" y="3867912"/>
            <a:ext cx="2243074" cy="2533386"/>
          </a:xfrm>
          <a:prstGeom prst="rect">
            <a:avLst/>
          </a:prstGeom>
        </p:spPr>
      </p:pic>
      <p:sp>
        <p:nvSpPr>
          <p:cNvPr id="17" name="矩形 16"/>
          <p:cNvSpPr/>
          <p:nvPr/>
        </p:nvSpPr>
        <p:spPr>
          <a:xfrm>
            <a:off x="1664335" y="2985135"/>
            <a:ext cx="8694420" cy="460375"/>
          </a:xfrm>
          <a:prstGeom prst="rect">
            <a:avLst/>
          </a:prstGeom>
          <a:noFill/>
          <a:ln>
            <a:noFill/>
          </a:ln>
        </p:spPr>
        <p:txBody>
          <a:bodyPr wrap="square" rtlCol="0" anchor="t">
            <a:spAutoFit/>
          </a:bodyPr>
          <a:lstStyle/>
          <a:p>
            <a:pPr algn="ctr"/>
            <a:r>
              <a:rPr lang="zh-CN" altLang="en-US" sz="2400" b="1"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自主定位的低成本陆空协同方案</a:t>
            </a:r>
            <a:endParaRPr lang="zh-CN" altLang="en-US" sz="2400" b="1"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endParaRPr>
          </a:p>
        </p:txBody>
      </p:sp>
      <p:sp>
        <p:nvSpPr>
          <p:cNvPr id="2" name="文本框 1"/>
          <p:cNvSpPr txBox="1"/>
          <p:nvPr/>
        </p:nvSpPr>
        <p:spPr>
          <a:xfrm>
            <a:off x="4142509" y="3840204"/>
            <a:ext cx="3906982" cy="645160"/>
          </a:xfrm>
          <a:prstGeom prst="rect">
            <a:avLst/>
          </a:prstGeom>
          <a:noFill/>
        </p:spPr>
        <p:txBody>
          <a:bodyPr wrap="square" rtlCol="0">
            <a:spAutoFit/>
          </a:bodyPr>
          <a:lstStyle/>
          <a:p>
            <a:pPr algn="ct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天之博特</a:t>
            </a:r>
            <a:b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b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2498436" y="4701555"/>
            <a:ext cx="7195127" cy="737235"/>
          </a:xfrm>
          <a:prstGeom prst="rect">
            <a:avLst/>
          </a:prstGeom>
          <a:noFill/>
        </p:spPr>
        <p:txBody>
          <a:bodyPr wrap="square" rtlCol="0">
            <a:spAutoFit/>
          </a:bodyPr>
          <a:lstStyle/>
          <a:p>
            <a:pPr algn="ctr"/>
            <a:r>
              <a:rPr lang="zh-CN" altLang="en-US" sz="1400" i="1" dirty="0">
                <a:solidFill>
                  <a:schemeClr val="tx1">
                    <a:lumMod val="75000"/>
                    <a:lumOff val="25000"/>
                  </a:schemeClr>
                </a:solidFill>
                <a:latin typeface="微软雅黑" panose="020B0503020204020204" pitchFamily="34" charset="-122"/>
                <a:ea typeface="微软雅黑" panose="020B0503020204020204" pitchFamily="34" charset="-122"/>
                <a:sym typeface="+mn-ea"/>
              </a:rPr>
              <a:t>智能移动机器人专业开发者</a:t>
            </a:r>
            <a:endParaRPr lang="zh-CN" altLang="en-US" sz="1400" i="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endParaRPr lang="zh-CN" altLang="en-US" sz="1400" i="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400" i="1" dirty="0">
                <a:solidFill>
                  <a:schemeClr val="tx1">
                    <a:lumMod val="75000"/>
                    <a:lumOff val="25000"/>
                  </a:schemeClr>
                </a:solidFill>
                <a:latin typeface="微软雅黑" panose="020B0503020204020204" pitchFamily="34" charset="-122"/>
                <a:ea typeface="微软雅黑" panose="020B0503020204020204" pitchFamily="34" charset="-122"/>
                <a:sym typeface="+mn-ea"/>
              </a:rPr>
              <a:t>Making Intelligent Robots</a:t>
            </a:r>
            <a:endParaRPr lang="zh-CN" altLang="en-US" sz="1400" i="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 name="矩形 2"/>
          <p:cNvSpPr/>
          <p:nvPr/>
        </p:nvSpPr>
        <p:spPr>
          <a:xfrm>
            <a:off x="1977391" y="1587500"/>
            <a:ext cx="8237220" cy="1568450"/>
          </a:xfrm>
          <a:prstGeom prst="rect">
            <a:avLst/>
          </a:prstGeom>
          <a:noFill/>
          <a:ln>
            <a:noFill/>
          </a:ln>
        </p:spPr>
        <p:txBody>
          <a:bodyPr wrap="none" rtlCol="0" anchor="t">
            <a:spAutoFit/>
            <a:scene3d>
              <a:camera prst="orthographicFront"/>
              <a:lightRig rig="threePt" dir="t"/>
            </a:scene3d>
          </a:bodyPr>
          <a:p>
            <a:pPr algn="ctr"/>
            <a:r>
              <a:rPr lang="zh-CN" altLang="en-US" sz="4800" b="1">
                <a:solidFill>
                  <a:schemeClr val="accent1"/>
                </a:solidFill>
                <a:effectLst>
                  <a:outerShdw blurRad="38100" dist="25400" dir="5400000" algn="ctr" rotWithShape="0">
                    <a:srgbClr val="6E747A">
                      <a:alpha val="43000"/>
                    </a:srgbClr>
                  </a:outerShdw>
                </a:effectLst>
              </a:rPr>
              <a:t>ROS机器人集群的仿真与实践</a:t>
            </a:r>
            <a:endParaRPr lang="zh-CN" altLang="en-US" sz="4800" b="1">
              <a:solidFill>
                <a:schemeClr val="accent1"/>
              </a:solidFill>
              <a:effectLst>
                <a:outerShdw blurRad="38100" dist="25400" dir="5400000" algn="ctr" rotWithShape="0">
                  <a:srgbClr val="6E747A">
                    <a:alpha val="43000"/>
                  </a:srgbClr>
                </a:outerShdw>
              </a:effectLst>
            </a:endParaRPr>
          </a:p>
          <a:p>
            <a:pPr algn="ctr"/>
            <a:endParaRPr lang="zh-CN" altLang="en-US" sz="4800" b="1">
              <a:solidFill>
                <a:schemeClr val="accent1"/>
              </a:solidFill>
              <a:effectLst>
                <a:outerShdw blurRad="38100" dist="25400" dir="5400000" algn="ctr" rotWithShape="0">
                  <a:srgbClr val="6E747A">
                    <a:alpha val="43000"/>
                  </a:srgbClr>
                </a:outerShdw>
              </a:effectLst>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normAutofit fontScale="90000"/>
          </a:bodyPr>
          <a:p>
            <a:r>
              <a:rPr lang="zh-CN" altLang="en-US"/>
              <a:t>项目介绍</a:t>
            </a:r>
            <a:endParaRPr lang="zh-CN" altLang="en-US"/>
          </a:p>
        </p:txBody>
      </p:sp>
      <p:sp>
        <p:nvSpPr>
          <p:cNvPr id="4" name="内容占位符 3"/>
          <p:cNvSpPr>
            <a:spLocks noGrp="1"/>
          </p:cNvSpPr>
          <p:nvPr>
            <p:ph idx="1"/>
          </p:nvPr>
        </p:nvSpPr>
        <p:spPr/>
        <p:txBody>
          <a:bodyPr/>
          <a:p>
            <a:pPr marL="0" indent="0">
              <a:buNone/>
            </a:pPr>
            <a:r>
              <a:rPr lang="zh-CN" altLang="en-US">
                <a:sym typeface="+mn-ea"/>
              </a:rPr>
              <a:t>多机协同开源项目</a:t>
            </a:r>
            <a:r>
              <a:rPr lang="en-US" altLang="zh-CN">
                <a:sym typeface="+mn-ea"/>
              </a:rPr>
              <a:t>abc_swarm</a:t>
            </a:r>
            <a:r>
              <a:rPr lang="zh-CN" altLang="en-US">
                <a:sym typeface="+mn-ea"/>
              </a:rPr>
              <a:t>，</a:t>
            </a:r>
            <a:r>
              <a:rPr lang="en-US" altLang="zh-CN">
                <a:sym typeface="+mn-ea"/>
              </a:rPr>
              <a:t>ant-bee-coorperative swarm</a:t>
            </a:r>
            <a:endParaRPr lang="en-US" altLang="zh-CN"/>
          </a:p>
          <a:p>
            <a:pPr marL="0" indent="0">
              <a:buNone/>
            </a:pPr>
            <a:r>
              <a:rPr lang="zh-CN" altLang="en-US">
                <a:sym typeface="+mn-ea"/>
              </a:rPr>
              <a:t>开源代码：</a:t>
            </a:r>
            <a:r>
              <a:rPr lang="zh-CN" altLang="en-US">
                <a:sym typeface="+mn-ea"/>
                <a:hlinkClick r:id="rId1" action="ppaction://hlinkfile"/>
              </a:rPr>
              <a:t>https://github.com/tianbot/abc_swarm</a:t>
            </a:r>
            <a:endParaRPr lang="zh-CN" altLang="en-US">
              <a:sym typeface="+mn-ea"/>
              <a:hlinkClick r:id="rId1" action="ppaction://hlinkfile"/>
            </a:endParaRPr>
          </a:p>
          <a:p>
            <a:pPr marL="0" indent="0">
              <a:buNone/>
            </a:pPr>
            <a:r>
              <a:rPr lang="zh-CN" altLang="en-US"/>
              <a:t>项目英文文档：</a:t>
            </a:r>
            <a:r>
              <a:rPr lang="zh-CN" altLang="en-US">
                <a:hlinkClick r:id="rId2" action="ppaction://hlinkfile"/>
              </a:rPr>
              <a:t>https://abc-swarm.readthedocs.io/</a:t>
            </a:r>
            <a:endParaRPr lang="zh-CN" altLang="en-US"/>
          </a:p>
          <a:p>
            <a:pPr marL="0" indent="0">
              <a:buNone/>
            </a:pPr>
            <a:r>
              <a:rPr lang="zh-CN" altLang="en-US">
                <a:sym typeface="+mn-ea"/>
              </a:rPr>
              <a:t>此文档为中文文档。</a:t>
            </a:r>
            <a:endParaRPr lang="zh-CN" altLang="en-US">
              <a:sym typeface="+mn-ea"/>
            </a:endParaRPr>
          </a:p>
          <a:p>
            <a:pPr marL="0" indent="0">
              <a:buNone/>
            </a:pPr>
            <a:r>
              <a:rPr lang="zh-CN" altLang="en-US">
                <a:sym typeface="+mn-ea"/>
              </a:rPr>
              <a:t>项目旨在用低成本的无人车和无人机组成无外部定位系统的集群方案。开发测试环境为</a:t>
            </a:r>
            <a:r>
              <a:rPr lang="en-US" altLang="zh-CN">
                <a:sym typeface="+mn-ea"/>
              </a:rPr>
              <a:t>Ubuntu 20.04</a:t>
            </a:r>
            <a:r>
              <a:rPr lang="zh-CN" altLang="en-US">
                <a:sym typeface="+mn-ea"/>
              </a:rPr>
              <a:t>，</a:t>
            </a:r>
            <a:r>
              <a:rPr lang="en-US" altLang="zh-CN">
                <a:sym typeface="+mn-ea"/>
              </a:rPr>
              <a:t>ROS Noetic</a:t>
            </a:r>
            <a:r>
              <a:rPr lang="zh-CN" altLang="en-US">
                <a:sym typeface="+mn-ea"/>
              </a:rPr>
              <a:t>版本的</a:t>
            </a:r>
            <a:r>
              <a:rPr lang="en-US" altLang="zh-CN">
                <a:sym typeface="+mn-ea"/>
              </a:rPr>
              <a:t>ROS2GO</a:t>
            </a:r>
            <a:r>
              <a:rPr lang="zh-CN" altLang="en-US">
                <a:sym typeface="+mn-ea"/>
              </a:rPr>
              <a:t>，使用</a:t>
            </a:r>
            <a:r>
              <a:rPr lang="en-US" altLang="zh-CN">
                <a:sym typeface="+mn-ea"/>
              </a:rPr>
              <a:t>Tianbot Mini</a:t>
            </a:r>
            <a:r>
              <a:rPr lang="zh-CN" altLang="en-US">
                <a:sym typeface="+mn-ea"/>
              </a:rPr>
              <a:t>无人小车和</a:t>
            </a:r>
            <a:r>
              <a:rPr lang="en-US" altLang="zh-CN">
                <a:sym typeface="+mn-ea"/>
              </a:rPr>
              <a:t>RoboMaster TT</a:t>
            </a:r>
            <a:r>
              <a:rPr lang="zh-CN" altLang="en-US">
                <a:sym typeface="+mn-ea"/>
              </a:rPr>
              <a:t>无人机。计划整体框架支持多机协同，空地协同，围补，阵型，运动规划，蚁群，狼群，分布式优化，深度强化学习等内容。</a:t>
            </a:r>
            <a:endParaRPr lang="zh-CN" altLang="en-US"/>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custDataLst>
              <p:tags r:id="rId1"/>
            </p:custDataLst>
          </p:nvPr>
        </p:nvPicPr>
        <p:blipFill>
          <a:blip r:embed="rId2"/>
          <a:srcRect l="8681" t="397" r="7986" b="1295"/>
          <a:stretch>
            <a:fillRect/>
          </a:stretch>
        </p:blipFill>
        <p:spPr>
          <a:xfrm>
            <a:off x="0" y="-635"/>
            <a:ext cx="12192000" cy="4869180"/>
          </a:xfrm>
          <a:prstGeom prst="rect">
            <a:avLst/>
          </a:prstGeom>
        </p:spPr>
      </p:pic>
      <p:sp>
        <p:nvSpPr>
          <p:cNvPr id="2" name="标题 1"/>
          <p:cNvSpPr>
            <a:spLocks noGrp="1"/>
          </p:cNvSpPr>
          <p:nvPr>
            <p:ph type="title"/>
          </p:nvPr>
        </p:nvSpPr>
        <p:spPr/>
        <p:txBody>
          <a:bodyPr/>
          <a:p>
            <a:r>
              <a:rPr lang="en-US" altLang="zh-CN" sz="3600">
                <a:latin typeface="微软雅黑" panose="020B0503020204020204" pitchFamily="34" charset="-122"/>
                <a:ea typeface="微软雅黑" panose="020B0503020204020204" pitchFamily="34" charset="-122"/>
                <a:cs typeface="微软雅黑" panose="020B0503020204020204" pitchFamily="34" charset="-122"/>
              </a:rPr>
              <a:t>ROS2GO</a:t>
            </a:r>
            <a:r>
              <a:rPr lang="zh-CN" altLang="en-US" sz="3600">
                <a:latin typeface="微软雅黑" panose="020B0503020204020204" pitchFamily="34" charset="-122"/>
                <a:ea typeface="微软雅黑" panose="020B0503020204020204" pitchFamily="34" charset="-122"/>
                <a:cs typeface="微软雅黑" panose="020B0503020204020204" pitchFamily="34" charset="-122"/>
              </a:rPr>
              <a:t>随身系统</a:t>
            </a:r>
            <a:endParaRPr lang="zh-CN" altLang="en-US" sz="3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内容占位符 4"/>
          <p:cNvSpPr>
            <a:spLocks noGrp="1"/>
          </p:cNvSpPr>
          <p:nvPr>
            <p:ph idx="1"/>
          </p:nvPr>
        </p:nvSpPr>
        <p:spPr/>
        <p:txBody>
          <a:bodyPr/>
          <a:p>
            <a:endParaRPr lang="en-US" altLang="zh-CN"/>
          </a:p>
          <a:p>
            <a:endParaRPr lang="en-US" altLang="zh-CN"/>
          </a:p>
          <a:p>
            <a:endParaRPr lang="en-US" altLang="zh-CN"/>
          </a:p>
          <a:p>
            <a:endParaRPr lang="en-US" altLang="zh-CN"/>
          </a:p>
          <a:p>
            <a:endParaRPr lang="en-US" altLang="zh-CN"/>
          </a:p>
          <a:p>
            <a:endParaRPr lang="en-US" altLang="zh-CN"/>
          </a:p>
          <a:p>
            <a:endParaRPr lang="en-US" altLang="zh-CN"/>
          </a:p>
          <a:p>
            <a:r>
              <a:rPr lang="en-US" altLang="zh-CN">
                <a:latin typeface="微软雅黑" panose="020B0503020204020204" pitchFamily="34" charset="-122"/>
                <a:ea typeface="微软雅黑" panose="020B0503020204020204" pitchFamily="34" charset="-122"/>
                <a:cs typeface="微软雅黑" panose="020B0503020204020204" pitchFamily="34" charset="-122"/>
              </a:rPr>
              <a:t>2018.11</a:t>
            </a:r>
            <a:r>
              <a:rPr lang="zh-CN" altLang="en-US">
                <a:latin typeface="微软雅黑" panose="020B0503020204020204" pitchFamily="34" charset="-122"/>
                <a:ea typeface="微软雅黑" panose="020B0503020204020204" pitchFamily="34" charset="-122"/>
                <a:cs typeface="微软雅黑" panose="020B0503020204020204" pitchFamily="34" charset="-122"/>
              </a:rPr>
              <a:t>上线</a:t>
            </a:r>
            <a:r>
              <a:rPr lang="en-US" altLang="zh-CN">
                <a:latin typeface="微软雅黑" panose="020B0503020204020204" pitchFamily="34" charset="-122"/>
                <a:ea typeface="微软雅黑" panose="020B0503020204020204" pitchFamily="34" charset="-122"/>
                <a:cs typeface="微软雅黑" panose="020B0503020204020204" pitchFamily="34" charset="-122"/>
              </a:rPr>
              <a:t>Kinetic</a:t>
            </a:r>
            <a:r>
              <a:rPr lang="zh-CN" altLang="en-US">
                <a:latin typeface="微软雅黑" panose="020B0503020204020204" pitchFamily="34" charset="-122"/>
                <a:ea typeface="微软雅黑" panose="020B0503020204020204" pitchFamily="34" charset="-122"/>
                <a:cs typeface="微软雅黑" panose="020B0503020204020204" pitchFamily="34" charset="-122"/>
              </a:rPr>
              <a:t>版本，</a:t>
            </a:r>
            <a:r>
              <a:rPr lang="en-US" altLang="zh-CN">
                <a:latin typeface="微软雅黑" panose="020B0503020204020204" pitchFamily="34" charset="-122"/>
                <a:ea typeface="微软雅黑" panose="020B0503020204020204" pitchFamily="34" charset="-122"/>
                <a:cs typeface="微软雅黑" panose="020B0503020204020204" pitchFamily="34" charset="-122"/>
              </a:rPr>
              <a:t>2020.08</a:t>
            </a:r>
            <a:r>
              <a:rPr lang="zh-CN" altLang="en-US">
                <a:latin typeface="微软雅黑" panose="020B0503020204020204" pitchFamily="34" charset="-122"/>
                <a:ea typeface="微软雅黑" panose="020B0503020204020204" pitchFamily="34" charset="-122"/>
                <a:cs typeface="微软雅黑" panose="020B0503020204020204" pitchFamily="34" charset="-122"/>
              </a:rPr>
              <a:t>上线</a:t>
            </a:r>
            <a:r>
              <a:rPr lang="en-US" altLang="zh-CN">
                <a:latin typeface="微软雅黑" panose="020B0503020204020204" pitchFamily="34" charset="-122"/>
                <a:ea typeface="微软雅黑" panose="020B0503020204020204" pitchFamily="34" charset="-122"/>
                <a:cs typeface="微软雅黑" panose="020B0503020204020204" pitchFamily="34" charset="-122"/>
              </a:rPr>
              <a:t>Melodic</a:t>
            </a:r>
            <a:r>
              <a:rPr lang="zh-CN" altLang="en-US">
                <a:latin typeface="微软雅黑" panose="020B0503020204020204" pitchFamily="34" charset="-122"/>
                <a:ea typeface="微软雅黑" panose="020B0503020204020204" pitchFamily="34" charset="-122"/>
                <a:cs typeface="微软雅黑" panose="020B0503020204020204" pitchFamily="34" charset="-122"/>
              </a:rPr>
              <a:t>版本</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针对入门、开发、教学环境进行优化配置。</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t>边聊边演示：</a:t>
            </a:r>
            <a:r>
              <a:rPr lang="en-US" altLang="zh-CN"/>
              <a:t>ROS</a:t>
            </a:r>
            <a:r>
              <a:rPr lang="zh-CN"/>
              <a:t>从入门到开发</a:t>
            </a:r>
            <a:endParaRPr lang="zh-CN"/>
          </a:p>
        </p:txBody>
      </p:sp>
      <p:sp>
        <p:nvSpPr>
          <p:cNvPr id="3" name="内容占位符 2"/>
          <p:cNvSpPr>
            <a:spLocks noGrp="1"/>
          </p:cNvSpPr>
          <p:nvPr>
            <p:ph idx="1"/>
          </p:nvPr>
        </p:nvSpPr>
        <p:spPr/>
        <p:txBody>
          <a:bodyPr>
            <a:normAutofit lnSpcReduction="10000"/>
          </a:bodyPr>
          <a:p>
            <a:r>
              <a:rPr lang="en-US" altLang="zh-CN"/>
              <a:t>ROS2GO</a:t>
            </a:r>
            <a:r>
              <a:rPr lang="zh-CN" altLang="en-US"/>
              <a:t>入门者使用最直接的感受：无感</a:t>
            </a:r>
            <a:r>
              <a:rPr lang="en-US" altLang="zh-CN"/>
              <a:t>ROS</a:t>
            </a:r>
            <a:r>
              <a:rPr lang="zh-CN" altLang="en-US"/>
              <a:t>安装配置的复杂。</a:t>
            </a:r>
            <a:endParaRPr lang="zh-CN" altLang="en-US"/>
          </a:p>
          <a:p>
            <a:pPr marL="457200" lvl="1" indent="-1905"/>
            <a:r>
              <a:rPr lang="zh-CN" altLang="en-US"/>
              <a:t>详细的使用手册，持续更新。</a:t>
            </a:r>
            <a:r>
              <a:rPr lang="en-US" altLang="zh-CN">
                <a:sym typeface="+mn-ea"/>
              </a:rPr>
              <a:t>http://doc.tianbot.com/ros2go</a:t>
            </a:r>
            <a:endParaRPr lang="en-US" altLang="zh-CN">
              <a:sym typeface="+mn-ea"/>
            </a:endParaRPr>
          </a:p>
          <a:p>
            <a:pPr marL="457200" lvl="1" indent="-1905"/>
            <a:r>
              <a:rPr lang="zh-CN" altLang="en-US"/>
              <a:t>跨版本的功能包维护。</a:t>
            </a:r>
            <a:endParaRPr lang="zh-CN" altLang="en-US"/>
          </a:p>
          <a:p>
            <a:pPr lvl="2" algn="l">
              <a:buClrTx/>
              <a:buSzTx/>
            </a:pPr>
            <a:r>
              <a:rPr lang="en-US" altLang="zh-CN" sz="1800"/>
              <a:t>Turtlebot，Cartographer，... ...</a:t>
            </a:r>
            <a:endParaRPr lang="en-US" altLang="zh-CN"/>
          </a:p>
          <a:p>
            <a:pPr marL="0" lvl="0"/>
            <a:r>
              <a:rPr lang="en-US" altLang="zh-CN"/>
              <a:t>ROS2GO</a:t>
            </a:r>
            <a:r>
              <a:rPr lang="zh-CN" altLang="en-US"/>
              <a:t>对于开发者的使用体验</a:t>
            </a:r>
            <a:endParaRPr lang="en-US" altLang="zh-CN"/>
          </a:p>
          <a:p>
            <a:pPr lvl="1"/>
            <a:r>
              <a:rPr lang="en-US" altLang="zh-CN"/>
              <a:t>ROS</a:t>
            </a:r>
            <a:r>
              <a:rPr lang="zh-CN" altLang="en-US"/>
              <a:t>开发最佳实践，内核，驱动，</a:t>
            </a:r>
            <a:r>
              <a:rPr lang="zh-CN" altLang="en-US">
                <a:sym typeface="+mn-ea"/>
              </a:rPr>
              <a:t>软件，环境设置。</a:t>
            </a:r>
            <a:endParaRPr lang="zh-CN" altLang="en-US">
              <a:sym typeface="+mn-ea"/>
            </a:endParaRPr>
          </a:p>
          <a:p>
            <a:pPr lvl="2"/>
            <a:r>
              <a:rPr lang="en-US" altLang="zh-CN" sz="1800">
                <a:sym typeface="+mn-ea"/>
              </a:rPr>
              <a:t>VS Code</a:t>
            </a:r>
            <a:r>
              <a:rPr lang="zh-CN" altLang="en-US" sz="1800">
                <a:sym typeface="+mn-ea"/>
              </a:rPr>
              <a:t>，</a:t>
            </a:r>
            <a:r>
              <a:rPr lang="en-US" altLang="zh-CN" sz="1800">
                <a:sym typeface="+mn-ea"/>
              </a:rPr>
              <a:t>WPS</a:t>
            </a:r>
            <a:r>
              <a:rPr lang="zh-CN" altLang="en-US" sz="1800">
                <a:sym typeface="+mn-ea"/>
              </a:rPr>
              <a:t>，</a:t>
            </a:r>
            <a:r>
              <a:rPr lang="en-US" altLang="zh-CN" sz="1800">
                <a:sym typeface="+mn-ea"/>
              </a:rPr>
              <a:t>Sogou</a:t>
            </a:r>
            <a:r>
              <a:rPr lang="zh-CN" altLang="en-US" sz="1800">
                <a:sym typeface="+mn-ea"/>
              </a:rPr>
              <a:t>，</a:t>
            </a:r>
            <a:r>
              <a:rPr lang="en-US" altLang="zh-CN" sz="1800">
                <a:sym typeface="+mn-ea"/>
              </a:rPr>
              <a:t>QQ</a:t>
            </a:r>
            <a:r>
              <a:rPr lang="zh-CN" altLang="en-US" sz="1800">
                <a:sym typeface="+mn-ea"/>
              </a:rPr>
              <a:t>，</a:t>
            </a:r>
            <a:r>
              <a:rPr lang="en-US" altLang="zh-CN" sz="1800">
                <a:sym typeface="+mn-ea"/>
              </a:rPr>
              <a:t>... ...</a:t>
            </a:r>
            <a:endParaRPr lang="zh-CN" altLang="en-US"/>
          </a:p>
          <a:p>
            <a:pPr lvl="1"/>
            <a:r>
              <a:rPr lang="zh-CN" altLang="en-US">
                <a:sym typeface="+mn-ea"/>
              </a:rPr>
              <a:t>统一的开发环境，也可在生产环境测试。</a:t>
            </a:r>
            <a:r>
              <a:rPr lang="zh-CN" altLang="en-US"/>
              <a:t>跨版本软件维护。</a:t>
            </a:r>
            <a:endParaRPr lang="zh-CN" altLang="en-US"/>
          </a:p>
          <a:p>
            <a:pPr lvl="0"/>
            <a:r>
              <a:rPr lang="en-US" altLang="zh-CN" sz="2400"/>
              <a:t>ROS2GO</a:t>
            </a:r>
            <a:r>
              <a:rPr lang="zh-CN" altLang="en-US" sz="2400"/>
              <a:t>对于深入探索和教学活动的一些优势</a:t>
            </a:r>
            <a:endParaRPr lang="zh-CN" altLang="en-US" sz="2400"/>
          </a:p>
          <a:p>
            <a:pPr lvl="1"/>
            <a:r>
              <a:rPr lang="zh-CN" altLang="en-US" sz="2000"/>
              <a:t>强有力的多重恢复功能</a:t>
            </a:r>
            <a:endParaRPr lang="zh-CN" altLang="en-US" sz="2000"/>
          </a:p>
          <a:p>
            <a:pPr lvl="1"/>
            <a:r>
              <a:rPr lang="zh-CN" altLang="en-US" sz="2000"/>
              <a:t>专业</a:t>
            </a:r>
            <a:r>
              <a:rPr lang="en-US" altLang="zh-CN" sz="2000"/>
              <a:t>ROS</a:t>
            </a:r>
            <a:r>
              <a:rPr lang="zh-CN" altLang="en-US" sz="2000"/>
              <a:t>开发者社群与技术支持。</a:t>
            </a:r>
            <a:endParaRPr lang="zh-CN" altLang="en-US"/>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快速实现ROS从入门到开发</a:t>
            </a:r>
            <a:endParaRPr lang="zh-CN" altLang="en-US"/>
          </a:p>
        </p:txBody>
      </p:sp>
      <p:sp>
        <p:nvSpPr>
          <p:cNvPr id="3" name="内容占位符 2"/>
          <p:cNvSpPr>
            <a:spLocks noGrp="1"/>
          </p:cNvSpPr>
          <p:nvPr>
            <p:ph idx="1"/>
          </p:nvPr>
        </p:nvSpPr>
        <p:spPr/>
        <p:txBody>
          <a:bodyPr/>
          <a:p>
            <a:r>
              <a:rPr lang="zh-CN" altLang="en-US">
                <a:sym typeface="+mn-ea"/>
              </a:rPr>
              <a:t>直播回放：</a:t>
            </a:r>
            <a:endParaRPr lang="zh-CN" altLang="en-US">
              <a:hlinkClick r:id="rId1" action="ppaction://hlinkfile"/>
            </a:endParaRPr>
          </a:p>
          <a:p>
            <a:pPr marL="0" indent="0">
              <a:buNone/>
            </a:pPr>
            <a:r>
              <a:rPr lang="zh-CN" altLang="en-US">
                <a:hlinkClick r:id="rId2" action="ppaction://hlinkfile"/>
              </a:rPr>
              <a:t>https://www.bilibili.com/video/BV1zb4y1x7Cd</a:t>
            </a:r>
            <a:endParaRPr lang="zh-CN" altLang="en-US"/>
          </a:p>
        </p:txBody>
      </p:sp>
      <p:pic>
        <p:nvPicPr>
          <p:cNvPr id="4" name="图片 3"/>
          <p:cNvPicPr>
            <a:picLocks noChangeAspect="1"/>
          </p:cNvPicPr>
          <p:nvPr>
            <p:custDataLst>
              <p:tags r:id="rId3"/>
            </p:custDataLst>
          </p:nvPr>
        </p:nvPicPr>
        <p:blipFill>
          <a:blip r:embed="rId4"/>
          <a:stretch>
            <a:fillRect/>
          </a:stretch>
        </p:blipFill>
        <p:spPr>
          <a:xfrm>
            <a:off x="1991995" y="2493010"/>
            <a:ext cx="8050530" cy="3763645"/>
          </a:xfrm>
          <a:prstGeom prst="rect">
            <a:avLst/>
          </a:prstGeom>
        </p:spPr>
      </p:pic>
    </p:spTree>
    <p:custDataLst>
      <p:tags r:id="rId5"/>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r>
              <a:rPr lang="en-US" altLang="zh-CN"/>
              <a:t>2020</a:t>
            </a:r>
            <a:r>
              <a:rPr lang="zh-CN" altLang="en-US"/>
              <a:t>年</a:t>
            </a:r>
            <a:r>
              <a:rPr lang="en-US" altLang="zh-CN"/>
              <a:t>8</a:t>
            </a:r>
            <a:r>
              <a:rPr lang="zh-CN" altLang="en-US"/>
              <a:t>月针对</a:t>
            </a:r>
            <a:r>
              <a:rPr lang="en-US" altLang="zh-CN"/>
              <a:t>ROS</a:t>
            </a:r>
            <a:r>
              <a:rPr lang="zh-CN" altLang="en-US"/>
              <a:t>入门者开发的移动机器人学习平台。</a:t>
            </a:r>
            <a:endParaRPr lang="zh-CN" altLang="en-US"/>
          </a:p>
        </p:txBody>
      </p:sp>
      <p:sp>
        <p:nvSpPr>
          <p:cNvPr id="2" name="标题 1"/>
          <p:cNvSpPr>
            <a:spLocks noGrp="1"/>
          </p:cNvSpPr>
          <p:nvPr>
            <p:ph type="title"/>
          </p:nvPr>
        </p:nvSpPr>
        <p:spPr/>
        <p:txBody>
          <a:bodyPr>
            <a:normAutofit fontScale="90000"/>
          </a:bodyPr>
          <a:p>
            <a:r>
              <a:rPr lang="zh-CN" altLang="en-US"/>
              <a:t>地面机器人简介：</a:t>
            </a:r>
            <a:r>
              <a:rPr lang="en-US" altLang="zh-CN"/>
              <a:t>Tianbot Mini</a:t>
            </a:r>
            <a:endParaRPr lang="en-US" altLang="zh-CN"/>
          </a:p>
        </p:txBody>
      </p:sp>
      <p:pic>
        <p:nvPicPr>
          <p:cNvPr id="4" name="图片 3"/>
          <p:cNvPicPr>
            <a:picLocks noChangeAspect="1"/>
          </p:cNvPicPr>
          <p:nvPr/>
        </p:nvPicPr>
        <p:blipFill>
          <a:blip r:embed="rId1"/>
          <a:stretch>
            <a:fillRect/>
          </a:stretch>
        </p:blipFill>
        <p:spPr>
          <a:xfrm>
            <a:off x="1524000" y="2044065"/>
            <a:ext cx="5532120" cy="3855720"/>
          </a:xfrm>
          <a:prstGeom prst="rect">
            <a:avLst/>
          </a:prstGeom>
        </p:spPr>
      </p:pic>
      <p:pic>
        <p:nvPicPr>
          <p:cNvPr id="5" name="图片 4"/>
          <p:cNvPicPr>
            <a:picLocks noChangeAspect="1"/>
          </p:cNvPicPr>
          <p:nvPr/>
        </p:nvPicPr>
        <p:blipFill>
          <a:blip r:embed="rId2"/>
          <a:stretch>
            <a:fillRect/>
          </a:stretch>
        </p:blipFill>
        <p:spPr>
          <a:xfrm>
            <a:off x="6896100" y="3475355"/>
            <a:ext cx="3771900" cy="868680"/>
          </a:xfrm>
          <a:prstGeom prst="rect">
            <a:avLst/>
          </a:prstGeom>
        </p:spPr>
      </p:pic>
      <p:pic>
        <p:nvPicPr>
          <p:cNvPr id="6" name="图片 5"/>
          <p:cNvPicPr>
            <a:picLocks noChangeAspect="1"/>
          </p:cNvPicPr>
          <p:nvPr/>
        </p:nvPicPr>
        <p:blipFill>
          <a:blip r:embed="rId3"/>
          <a:stretch>
            <a:fillRect/>
          </a:stretch>
        </p:blipFill>
        <p:spPr>
          <a:xfrm>
            <a:off x="7056120" y="4251960"/>
            <a:ext cx="3451860" cy="1866900"/>
          </a:xfrm>
          <a:prstGeom prst="rect">
            <a:avLst/>
          </a:prstGeom>
        </p:spPr>
      </p:pic>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r>
              <a:rPr lang="en-US" altLang="zh-CN"/>
              <a:t>2020</a:t>
            </a:r>
            <a:r>
              <a:rPr lang="zh-CN" altLang="en-US"/>
              <a:t>年</a:t>
            </a:r>
            <a:r>
              <a:rPr lang="en-US" altLang="zh-CN"/>
              <a:t>9</a:t>
            </a:r>
            <a:r>
              <a:rPr lang="zh-CN" altLang="en-US"/>
              <a:t>月大疆教育发布。天之博特在官方技术支持下开发了</a:t>
            </a:r>
            <a:r>
              <a:rPr lang="en-US" altLang="zh-CN"/>
              <a:t>ROS</a:t>
            </a:r>
            <a:r>
              <a:rPr lang="zh-CN" altLang="en-US"/>
              <a:t>驱动。</a:t>
            </a:r>
            <a:endParaRPr lang="zh-CN" altLang="en-US"/>
          </a:p>
        </p:txBody>
      </p:sp>
      <p:sp>
        <p:nvSpPr>
          <p:cNvPr id="2" name="标题 1"/>
          <p:cNvSpPr>
            <a:spLocks noGrp="1"/>
          </p:cNvSpPr>
          <p:nvPr>
            <p:ph type="title"/>
          </p:nvPr>
        </p:nvSpPr>
        <p:spPr/>
        <p:txBody>
          <a:bodyPr>
            <a:normAutofit fontScale="90000"/>
          </a:bodyPr>
          <a:p>
            <a:r>
              <a:rPr lang="zh-CN" altLang="en-US"/>
              <a:t>空中机器人简介：</a:t>
            </a:r>
            <a:r>
              <a:rPr lang="en-US" altLang="zh-CN"/>
              <a:t>RoboMaster Tello Talent</a:t>
            </a:r>
            <a:endParaRPr lang="en-US" altLang="zh-CN"/>
          </a:p>
        </p:txBody>
      </p:sp>
      <p:pic>
        <p:nvPicPr>
          <p:cNvPr id="4" name="图片 3"/>
          <p:cNvPicPr>
            <a:picLocks noChangeAspect="1"/>
          </p:cNvPicPr>
          <p:nvPr/>
        </p:nvPicPr>
        <p:blipFill>
          <a:blip r:embed="rId1"/>
          <a:stretch>
            <a:fillRect/>
          </a:stretch>
        </p:blipFill>
        <p:spPr>
          <a:xfrm>
            <a:off x="1524000" y="2455545"/>
            <a:ext cx="5227320" cy="3299460"/>
          </a:xfrm>
          <a:prstGeom prst="rect">
            <a:avLst/>
          </a:prstGeom>
        </p:spPr>
      </p:pic>
      <p:pic>
        <p:nvPicPr>
          <p:cNvPr id="6" name="图片 5"/>
          <p:cNvPicPr>
            <a:picLocks noChangeAspect="1"/>
          </p:cNvPicPr>
          <p:nvPr/>
        </p:nvPicPr>
        <p:blipFill>
          <a:blip r:embed="rId2"/>
          <a:stretch>
            <a:fillRect/>
          </a:stretch>
        </p:blipFill>
        <p:spPr>
          <a:xfrm>
            <a:off x="6096000" y="3019425"/>
            <a:ext cx="4450080" cy="2545080"/>
          </a:xfrm>
          <a:prstGeom prst="rect">
            <a:avLst/>
          </a:prstGeom>
        </p:spPr>
      </p:pic>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solidFill>
                  <a:schemeClr val="tx1"/>
                </a:solidFill>
              </a:rPr>
              <a:t>ROS</a:t>
            </a:r>
            <a:r>
              <a:rPr lang="zh-CN" altLang="en-US">
                <a:solidFill>
                  <a:schemeClr val="tx1"/>
                </a:solidFill>
              </a:rPr>
              <a:t>机器人集群的仿真与实践</a:t>
            </a:r>
            <a:endParaRPr lang="zh-CN" altLang="en-US">
              <a:solidFill>
                <a:schemeClr val="tx1"/>
              </a:solidFill>
            </a:endParaRPr>
          </a:p>
        </p:txBody>
      </p:sp>
      <p:sp>
        <p:nvSpPr>
          <p:cNvPr id="4" name="内容占位符 3"/>
          <p:cNvSpPr>
            <a:spLocks noGrp="1"/>
          </p:cNvSpPr>
          <p:nvPr>
            <p:ph idx="1"/>
          </p:nvPr>
        </p:nvSpPr>
        <p:spPr/>
        <p:txBody>
          <a:bodyPr>
            <a:normAutofit/>
          </a:bodyPr>
          <a:p>
            <a:pPr marL="0" indent="0">
              <a:buNone/>
            </a:pPr>
            <a:r>
              <a:rPr lang="zh-CN" altLang="en-US" sz="2000"/>
              <a:t>测试环境：</a:t>
            </a:r>
            <a:r>
              <a:rPr lang="en-US" altLang="zh-CN" sz="2000"/>
              <a:t>Ubuntu 20.04 + ROS Noetic </a:t>
            </a:r>
            <a:r>
              <a:rPr lang="zh-CN" altLang="en-US" sz="2000"/>
              <a:t>版本</a:t>
            </a:r>
            <a:r>
              <a:rPr lang="en-US" altLang="zh-CN" sz="2000"/>
              <a:t>ROS2GO</a:t>
            </a:r>
            <a:r>
              <a:rPr lang="zh-CN" altLang="en-US" sz="2000"/>
              <a:t>样机环境</a:t>
            </a:r>
            <a:endParaRPr lang="zh-CN" altLang="en-US" sz="2000"/>
          </a:p>
          <a:p>
            <a:pPr marL="0" indent="0">
              <a:buNone/>
            </a:pPr>
            <a:r>
              <a:rPr lang="en-US" altLang="zh-CN" sz="2000"/>
              <a:t>Tianbot Mini</a:t>
            </a:r>
            <a:r>
              <a:rPr lang="zh-CN" altLang="en-US" sz="2000"/>
              <a:t>驱动地址：</a:t>
            </a:r>
            <a:endParaRPr lang="zh-CN" altLang="en-US" sz="2000"/>
          </a:p>
          <a:p>
            <a:pPr marL="0" indent="0">
              <a:buNone/>
            </a:pPr>
            <a:r>
              <a:rPr lang="zh-CN" altLang="en-US" sz="2000">
                <a:hlinkClick r:id="rId1" action="ppaction://hlinkfile"/>
              </a:rPr>
              <a:t>https://github.com/tianbot/tianbot_mini</a:t>
            </a:r>
            <a:r>
              <a:rPr lang="en-US" altLang="zh-CN" sz="2000"/>
              <a:t> </a:t>
            </a:r>
            <a:endParaRPr lang="en-US" altLang="zh-CN" sz="2000"/>
          </a:p>
          <a:p>
            <a:pPr marL="0" indent="0">
              <a:buNone/>
            </a:pPr>
            <a:r>
              <a:rPr lang="en-US" altLang="zh-CN" sz="2000"/>
              <a:t>20220110 committed, commit 484b6de</a:t>
            </a:r>
            <a:endParaRPr lang="en-US" altLang="zh-CN" sz="2000"/>
          </a:p>
          <a:p>
            <a:pPr marL="0" indent="0">
              <a:buNone/>
            </a:pPr>
            <a:endParaRPr lang="zh-CN" altLang="en-US" sz="2000"/>
          </a:p>
          <a:p>
            <a:pPr marL="0" indent="0">
              <a:buNone/>
            </a:pPr>
            <a:r>
              <a:rPr lang="zh-CN" altLang="en-US" sz="2000"/>
              <a:t>多机协同开源项目</a:t>
            </a:r>
            <a:r>
              <a:rPr lang="en-US" altLang="zh-CN" sz="2000"/>
              <a:t>abc_swarm</a:t>
            </a:r>
            <a:endParaRPr lang="zh-CN" altLang="en-US" sz="2000"/>
          </a:p>
          <a:p>
            <a:pPr marL="0" indent="0">
              <a:buNone/>
            </a:pPr>
            <a:r>
              <a:rPr lang="en-US" altLang="zh-CN" sz="2000"/>
              <a:t>ant-bee-coorperative swarm</a:t>
            </a:r>
            <a:endParaRPr lang="en-US" altLang="zh-CN" sz="2000"/>
          </a:p>
          <a:p>
            <a:pPr marL="0" indent="0">
              <a:buNone/>
            </a:pPr>
            <a:r>
              <a:rPr lang="zh-CN" altLang="en-US" sz="2000">
                <a:hlinkClick r:id="rId1" action="ppaction://hlinkfile"/>
              </a:rPr>
              <a:t>https://github.com/tianbot/abc_swarm</a:t>
            </a:r>
            <a:endParaRPr lang="zh-CN" altLang="en-US" sz="2000"/>
          </a:p>
          <a:p>
            <a:pPr marL="0" indent="0">
              <a:buNone/>
            </a:pPr>
            <a:r>
              <a:rPr lang="zh-CN" altLang="en-US" sz="2000">
                <a:sym typeface="+mn-ea"/>
              </a:rPr>
              <a:t>在</a:t>
            </a:r>
            <a:r>
              <a:rPr lang="en-US" altLang="zh-CN" sz="2000">
                <a:sym typeface="+mn-ea"/>
              </a:rPr>
              <a:t>Noetic</a:t>
            </a:r>
            <a:r>
              <a:rPr lang="zh-CN" altLang="en-US" sz="2000">
                <a:sym typeface="+mn-ea"/>
              </a:rPr>
              <a:t>下，支持</a:t>
            </a:r>
            <a:r>
              <a:rPr lang="en-US" altLang="zh-CN" sz="2000">
                <a:sym typeface="+mn-ea"/>
              </a:rPr>
              <a:t>Tianbot Mini</a:t>
            </a:r>
            <a:r>
              <a:rPr lang="zh-CN" altLang="en-US" sz="2000">
                <a:sym typeface="+mn-ea"/>
              </a:rPr>
              <a:t>无人小车和</a:t>
            </a:r>
            <a:r>
              <a:rPr lang="en-US" altLang="zh-CN" sz="2000">
                <a:sym typeface="+mn-ea"/>
              </a:rPr>
              <a:t>RoboMaster TT</a:t>
            </a:r>
            <a:r>
              <a:rPr lang="zh-CN" altLang="en-US" sz="2000">
                <a:sym typeface="+mn-ea"/>
              </a:rPr>
              <a:t>无人机的真机测试环境。计划整体框架支持多机协同，空地协同，围补，阵型，运动规划，蚁群，狼群，分布式优化，深度强化学习等内容。</a:t>
            </a:r>
            <a:endParaRPr lang="en-US" altLang="zh-CN" sz="2000">
              <a:sym typeface="+mn-ea"/>
            </a:endParaRPr>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solidFill>
                  <a:schemeClr val="tx1"/>
                </a:solidFill>
              </a:rPr>
              <a:t>1</a:t>
            </a:r>
            <a:r>
              <a:rPr lang="zh-CN" altLang="en-US">
                <a:solidFill>
                  <a:schemeClr val="tx1"/>
                </a:solidFill>
              </a:rPr>
              <a:t>、</a:t>
            </a:r>
            <a:r>
              <a:rPr lang="en-US" altLang="zh-CN">
                <a:solidFill>
                  <a:schemeClr val="tx1"/>
                </a:solidFill>
              </a:rPr>
              <a:t>ROS</a:t>
            </a:r>
            <a:r>
              <a:rPr lang="zh-CN" altLang="en-US">
                <a:solidFill>
                  <a:schemeClr val="tx1"/>
                </a:solidFill>
              </a:rPr>
              <a:t>多机器人导航与</a:t>
            </a:r>
            <a:r>
              <a:rPr lang="en-US" altLang="zh-CN">
                <a:solidFill>
                  <a:schemeClr val="tx1"/>
                </a:solidFill>
              </a:rPr>
              <a:t>TF</a:t>
            </a:r>
            <a:r>
              <a:rPr lang="zh-CN" altLang="en-US">
                <a:solidFill>
                  <a:schemeClr val="tx1"/>
                </a:solidFill>
              </a:rPr>
              <a:t>仿真</a:t>
            </a:r>
            <a:endParaRPr lang="zh-CN" altLang="en-US">
              <a:solidFill>
                <a:schemeClr val="tx1"/>
              </a:solidFill>
            </a:endParaRPr>
          </a:p>
        </p:txBody>
      </p:sp>
      <p:sp>
        <p:nvSpPr>
          <p:cNvPr id="4" name="内容占位符 3"/>
          <p:cNvSpPr>
            <a:spLocks noGrp="1"/>
          </p:cNvSpPr>
          <p:nvPr>
            <p:ph idx="1"/>
          </p:nvPr>
        </p:nvSpPr>
        <p:spPr/>
        <p:txBody>
          <a:bodyPr>
            <a:normAutofit fontScale="90000" lnSpcReduction="20000"/>
          </a:bodyPr>
          <a:p>
            <a:pPr marL="0" indent="0">
              <a:buNone/>
            </a:pPr>
            <a:r>
              <a:rPr lang="zh-CN" altLang="en-US" sz="2000" b="1"/>
              <a:t>如何使用多个机器人进行导航仿真？</a:t>
            </a:r>
            <a:endParaRPr lang="zh-CN" altLang="en-US" sz="2000" b="1">
              <a:hlinkClick r:id="rId1" action="ppaction://hlinkfile"/>
            </a:endParaRPr>
          </a:p>
          <a:p>
            <a:pPr marL="0" indent="0">
              <a:buNone/>
            </a:pPr>
            <a:r>
              <a:rPr lang="zh-CN" altLang="en-US" sz="2000">
                <a:hlinkClick r:id="rId1" action="ppaction://hlinkfile"/>
              </a:rPr>
              <a:t>https://answers.ros.org/question/41433/multiple-robots-simulation-and-navigation/</a:t>
            </a:r>
            <a:endParaRPr lang="zh-CN" altLang="en-US" sz="2000">
              <a:hlinkClick r:id="rId1" action="ppaction://hlinkfile"/>
            </a:endParaRPr>
          </a:p>
          <a:p>
            <a:pPr marL="0" indent="0">
              <a:buNone/>
            </a:pPr>
            <a:r>
              <a:rPr lang="zh-CN" altLang="en-US" sz="2000"/>
              <a:t>关注要点：</a:t>
            </a:r>
            <a:endParaRPr lang="zh-CN" altLang="en-US" sz="2000"/>
          </a:p>
          <a:p>
            <a:pPr marL="0" indent="0">
              <a:buNone/>
            </a:pPr>
            <a:r>
              <a:rPr lang="en-US" altLang="zh-CN" sz="2000"/>
              <a:t>node</a:t>
            </a:r>
            <a:r>
              <a:rPr lang="zh-CN" altLang="en-US" sz="2000"/>
              <a:t>，节点启动不能重名。</a:t>
            </a:r>
            <a:endParaRPr lang="zh-CN" altLang="en-US" sz="2000"/>
          </a:p>
          <a:p>
            <a:pPr marL="0" indent="0">
              <a:buNone/>
            </a:pPr>
            <a:r>
              <a:rPr lang="en-US" altLang="zh-CN" sz="2000"/>
              <a:t>topic</a:t>
            </a:r>
            <a:r>
              <a:rPr lang="zh-CN" altLang="en-US" sz="2000"/>
              <a:t>，</a:t>
            </a:r>
            <a:r>
              <a:rPr lang="en-US" sz="2000"/>
              <a:t>ROS</a:t>
            </a:r>
            <a:r>
              <a:rPr lang="zh-CN" altLang="en-US" sz="2000"/>
              <a:t>中本来是松耦合，需要对应速度、状态等。</a:t>
            </a:r>
            <a:endParaRPr lang="zh-CN" altLang="en-US" sz="2000"/>
          </a:p>
          <a:p>
            <a:pPr marL="0" indent="0">
              <a:buNone/>
            </a:pPr>
            <a:r>
              <a:rPr lang="en-US" altLang="zh-CN" sz="2000"/>
              <a:t>param</a:t>
            </a:r>
            <a:r>
              <a:rPr lang="zh-CN" altLang="en-US" sz="2000"/>
              <a:t>，比如</a:t>
            </a:r>
            <a:r>
              <a:rPr lang="en-US" altLang="zh-CN" sz="2000"/>
              <a:t>robot description</a:t>
            </a:r>
            <a:r>
              <a:rPr lang="zh-CN" altLang="en-US" sz="2000"/>
              <a:t>，</a:t>
            </a:r>
            <a:r>
              <a:rPr lang="en-US" altLang="zh-CN" sz="2000"/>
              <a:t>amcl</a:t>
            </a:r>
            <a:r>
              <a:rPr lang="zh-CN" altLang="en-US" sz="2000"/>
              <a:t>中的</a:t>
            </a:r>
            <a:r>
              <a:rPr lang="en-US" altLang="zh-CN" sz="2000"/>
              <a:t>initial_pose_x</a:t>
            </a:r>
            <a:r>
              <a:rPr lang="zh-CN" altLang="en-US" sz="2000"/>
              <a:t>，initial_pose_</a:t>
            </a:r>
            <a:r>
              <a:rPr lang="en-US" altLang="zh-CN" sz="2000"/>
              <a:t>y</a:t>
            </a:r>
            <a:r>
              <a:rPr lang="zh-CN" altLang="en-US" sz="2000"/>
              <a:t>，initial_pose_</a:t>
            </a:r>
            <a:r>
              <a:rPr lang="en-US" altLang="zh-CN" sz="2000"/>
              <a:t>a</a:t>
            </a:r>
            <a:r>
              <a:rPr lang="zh-CN" altLang="en-US" sz="2000"/>
              <a:t>等。</a:t>
            </a:r>
            <a:endParaRPr lang="en-US" altLang="zh-CN" sz="2000"/>
          </a:p>
          <a:p>
            <a:pPr marL="0" indent="0">
              <a:buNone/>
            </a:pPr>
            <a:r>
              <a:rPr lang="zh-CN" altLang="en-US" sz="2000"/>
              <a:t>以上都会被</a:t>
            </a:r>
            <a:r>
              <a:rPr lang="en-US" altLang="zh-CN" sz="2000"/>
              <a:t>ns</a:t>
            </a:r>
            <a:r>
              <a:rPr lang="zh-CN" altLang="en-US" sz="2000"/>
              <a:t>影响，要注意全局变量与局部变量。</a:t>
            </a:r>
            <a:endParaRPr lang="zh-CN" altLang="en-US" sz="2000"/>
          </a:p>
          <a:p>
            <a:pPr marL="0" indent="0">
              <a:buNone/>
            </a:pPr>
            <a:r>
              <a:rPr lang="en-US" altLang="zh-CN" sz="2000" b="1"/>
              <a:t>tf_prefix</a:t>
            </a:r>
            <a:r>
              <a:rPr lang="zh-CN" altLang="en-US" sz="2000" b="1"/>
              <a:t>，</a:t>
            </a:r>
            <a:r>
              <a:rPr lang="en-US" altLang="zh-CN" sz="2000" b="1"/>
              <a:t>tf</a:t>
            </a:r>
            <a:r>
              <a:rPr lang="zh-CN" altLang="en-US" sz="2000" b="1"/>
              <a:t>是单独的广播系统，需要自己修改。</a:t>
            </a:r>
            <a:endParaRPr lang="zh-CN" altLang="en-US" sz="2000" b="1"/>
          </a:p>
          <a:p>
            <a:pPr marL="0" indent="0">
              <a:buNone/>
            </a:pPr>
            <a:endParaRPr lang="zh-CN" altLang="en-US" sz="2000"/>
          </a:p>
          <a:p>
            <a:pPr marL="0" indent="0">
              <a:buNone/>
            </a:pPr>
            <a:r>
              <a:rPr lang="zh-CN" altLang="en-US" sz="2000" b="1"/>
              <a:t>利用</a:t>
            </a:r>
            <a:r>
              <a:rPr lang="en-US" altLang="zh-CN" sz="2000" b="1"/>
              <a:t>turtle_tf</a:t>
            </a:r>
            <a:r>
              <a:rPr lang="zh-CN" altLang="en-US" sz="2000" b="1"/>
              <a:t>的</a:t>
            </a:r>
            <a:r>
              <a:rPr lang="en-US" altLang="zh-CN" sz="2000" b="1"/>
              <a:t>python</a:t>
            </a:r>
            <a:r>
              <a:rPr lang="zh-CN" altLang="en-US" sz="2000" b="1"/>
              <a:t>程序进行编队仿真</a:t>
            </a:r>
            <a:endParaRPr lang="zh-CN" altLang="en-US" sz="2000" b="1"/>
          </a:p>
          <a:p>
            <a:pPr marL="0" indent="0">
              <a:buNone/>
            </a:pPr>
            <a:r>
              <a:rPr lang="zh-CN" altLang="en-US" sz="2000">
                <a:hlinkClick r:id="rId2"/>
              </a:rPr>
              <a:t>http://wiki.ros.org/tf/Tutorials/Writing%20a%20tf%20broadcaster%20%28Python%29</a:t>
            </a:r>
            <a:endParaRPr lang="zh-CN" altLang="en-US" sz="2000">
              <a:hlinkClick r:id="rId2"/>
            </a:endParaRPr>
          </a:p>
          <a:p>
            <a:pPr marL="0" indent="0">
              <a:buNone/>
            </a:pPr>
            <a:r>
              <a:rPr lang="zh-CN" altLang="en-US" sz="2000">
                <a:sym typeface="+mn-ea"/>
              </a:rPr>
              <a:t>关注要点：只是简单的位置跟踪，没有考虑速度加速度信息，只有比例控制，没有进行预测。</a:t>
            </a:r>
            <a:endParaRPr lang="zh-CN" altLang="en-US" sz="2000"/>
          </a:p>
          <a:p>
            <a:pPr marL="0" indent="0">
              <a:buNone/>
            </a:pPr>
            <a:endParaRPr lang="zh-CN" altLang="en-US" sz="2000">
              <a:hlinkClick r:id="rId2"/>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标题 7"/>
          <p:cNvSpPr>
            <a:spLocks noGrp="1"/>
          </p:cNvSpPr>
          <p:nvPr>
            <p:ph type="title"/>
          </p:nvPr>
        </p:nvSpPr>
        <p:spPr/>
        <p:txBody>
          <a:bodyPr>
            <a:normAutofit fontScale="90000"/>
          </a:bodyPr>
          <a:p>
            <a:r>
              <a:rPr lang="zh-CN" altLang="en-US"/>
              <a:t>多机协同项目abc_swarm讲解支持无人机</a:t>
            </a:r>
            <a:endParaRPr lang="zh-CN" altLang="en-US"/>
          </a:p>
        </p:txBody>
      </p:sp>
      <p:sp>
        <p:nvSpPr>
          <p:cNvPr id="9" name="内容占位符 8"/>
          <p:cNvSpPr/>
          <p:nvPr>
            <p:ph idx="1"/>
          </p:nvPr>
        </p:nvSpPr>
        <p:spPr/>
        <p:txBody>
          <a:bodyPr/>
          <a:p>
            <a:r>
              <a:rPr lang="zh-CN" altLang="en-US">
                <a:sym typeface="+mn-ea"/>
              </a:rPr>
              <a:t>直播回放：</a:t>
            </a:r>
            <a:endParaRPr lang="zh-CN" altLang="en-US">
              <a:sym typeface="+mn-ea"/>
            </a:endParaRPr>
          </a:p>
          <a:p>
            <a:pPr marL="0" indent="0">
              <a:buNone/>
            </a:pPr>
            <a:r>
              <a:rPr lang="zh-CN" altLang="en-US">
                <a:hlinkClick r:id="rId1" action="ppaction://hlinkfile"/>
              </a:rPr>
              <a:t>https://www.bilibili.com/video/BV12r4y1Y7Vm</a:t>
            </a:r>
            <a:endParaRPr lang="zh-CN" altLang="en-US"/>
          </a:p>
        </p:txBody>
      </p:sp>
      <p:pic>
        <p:nvPicPr>
          <p:cNvPr id="2" name="图片 1"/>
          <p:cNvPicPr>
            <a:picLocks noChangeAspect="1"/>
          </p:cNvPicPr>
          <p:nvPr/>
        </p:nvPicPr>
        <p:blipFill>
          <a:blip r:embed="rId2"/>
          <a:stretch>
            <a:fillRect/>
          </a:stretch>
        </p:blipFill>
        <p:spPr>
          <a:xfrm>
            <a:off x="2259330" y="2654935"/>
            <a:ext cx="7673340" cy="3413760"/>
          </a:xfrm>
          <a:prstGeom prst="rect">
            <a:avLst/>
          </a:prstGeom>
        </p:spPr>
      </p:pic>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高校基于</a:t>
            </a:r>
            <a:r>
              <a:rPr lang="en-US" altLang="zh-CN"/>
              <a:t>RoboMaster TT</a:t>
            </a:r>
            <a:r>
              <a:rPr lang="zh-CN" altLang="en-US"/>
              <a:t>的本科课程建设</a:t>
            </a:r>
            <a:endParaRPr lang="zh-CN" altLang="en-US"/>
          </a:p>
        </p:txBody>
      </p:sp>
      <p:sp>
        <p:nvSpPr>
          <p:cNvPr id="3" name="内容占位符 2"/>
          <p:cNvSpPr>
            <a:spLocks noGrp="1"/>
          </p:cNvSpPr>
          <p:nvPr>
            <p:ph idx="1"/>
          </p:nvPr>
        </p:nvSpPr>
        <p:spPr/>
        <p:txBody>
          <a:bodyPr>
            <a:normAutofit lnSpcReduction="10000"/>
          </a:bodyPr>
          <a:p>
            <a:r>
              <a:rPr lang="zh-CN" altLang="en-US"/>
              <a:t>开源发布！清华大学智能无人机挑战赛&amp;课程来了！</a:t>
            </a:r>
            <a:endParaRPr lang="zh-CN" altLang="en-US"/>
          </a:p>
          <a:p>
            <a:pPr marL="0" indent="0">
              <a:buNone/>
            </a:pPr>
            <a:r>
              <a:rPr lang="zh-CN" altLang="en-US">
                <a:hlinkClick r:id="rId1" action="ppaction://hlinkfile"/>
              </a:rPr>
              <a:t>https://mp.weixin.qq.com/s/h6NsAR1YPnry6Onsy20QAA</a:t>
            </a:r>
            <a:endParaRPr lang="zh-CN" altLang="en-US"/>
          </a:p>
          <a:p>
            <a:pPr marL="0" indent="0">
              <a:buNone/>
            </a:pPr>
            <a:endParaRPr lang="zh-CN" altLang="en-US"/>
          </a:p>
          <a:p>
            <a:r>
              <a:rPr lang="zh-CN" altLang="en-US"/>
              <a:t>赛课资料开源！电子科技大学校内无人机挑战赛成功举办！</a:t>
            </a:r>
            <a:endParaRPr lang="zh-CN" altLang="en-US"/>
          </a:p>
          <a:p>
            <a:pPr marL="0" indent="0">
              <a:buNone/>
            </a:pPr>
            <a:r>
              <a:rPr lang="zh-CN" altLang="en-US">
                <a:hlinkClick r:id="rId2" action="ppaction://hlinkfile"/>
              </a:rPr>
              <a:t>https://mp.weixin.qq.com/s/eKbU-bPDLqHTw5H3w2n9Rg</a:t>
            </a:r>
            <a:endParaRPr lang="zh-CN" altLang="en-US"/>
          </a:p>
          <a:p>
            <a:pPr marL="0" indent="0">
              <a:buNone/>
            </a:pPr>
            <a:endParaRPr lang="zh-CN" altLang="en-US"/>
          </a:p>
          <a:p>
            <a:r>
              <a:rPr lang="zh-CN" altLang="en-US"/>
              <a:t>课程发布！西北工业大学《智能无人系统综合设计》</a:t>
            </a:r>
            <a:endParaRPr lang="zh-CN" altLang="en-US"/>
          </a:p>
          <a:p>
            <a:pPr marL="0" indent="0">
              <a:buNone/>
            </a:pPr>
            <a:r>
              <a:rPr lang="zh-CN" altLang="en-US">
                <a:hlinkClick r:id="rId3" action="ppaction://hlinkfile"/>
              </a:rPr>
              <a:t>https://mp.weixin.qq.com/s/DvkcSuF8IMUQZt0cLw4jgA</a:t>
            </a:r>
            <a:endParaRPr lang="zh-CN" altLang="en-US"/>
          </a:p>
        </p:txBody>
      </p:sp>
    </p:spTree>
    <p:custDataLst>
      <p:tags r:id="rId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sym typeface="+mn-ea"/>
              </a:rPr>
              <a:t>ROS</a:t>
            </a:r>
            <a:r>
              <a:rPr lang="zh-CN" altLang="en-US">
                <a:sym typeface="+mn-ea"/>
              </a:rPr>
              <a:t>无人机</a:t>
            </a:r>
            <a:r>
              <a:rPr lang="en-US" altLang="zh-CN">
                <a:sym typeface="+mn-ea"/>
              </a:rPr>
              <a:t>RMTT</a:t>
            </a:r>
            <a:r>
              <a:rPr lang="zh-CN" altLang="en-US">
                <a:sym typeface="+mn-ea"/>
              </a:rPr>
              <a:t>使用指南</a:t>
            </a:r>
            <a:endParaRPr lang="zh-CN" altLang="en-US"/>
          </a:p>
        </p:txBody>
      </p:sp>
      <p:sp>
        <p:nvSpPr>
          <p:cNvPr id="3" name="内容占位符 2"/>
          <p:cNvSpPr>
            <a:spLocks noGrp="1"/>
          </p:cNvSpPr>
          <p:nvPr>
            <p:ph idx="1"/>
          </p:nvPr>
        </p:nvSpPr>
        <p:spPr/>
        <p:txBody>
          <a:bodyPr/>
          <a:p>
            <a:r>
              <a:rPr lang="en-US" altLang="zh-CN">
                <a:sym typeface="+mn-ea"/>
              </a:rPr>
              <a:t>RoboMaster TT </a:t>
            </a:r>
            <a:r>
              <a:rPr lang="zh-CN" altLang="en-US">
                <a:sym typeface="+mn-ea"/>
              </a:rPr>
              <a:t>驱动</a:t>
            </a:r>
            <a:r>
              <a:rPr lang="en-US" altLang="zh-CN">
                <a:sym typeface="+mn-ea"/>
              </a:rPr>
              <a:t> 20220224 commit</a:t>
            </a:r>
            <a:r>
              <a:rPr lang="zh-CN" altLang="en-US">
                <a:sym typeface="+mn-ea"/>
              </a:rPr>
              <a:t> bfb5875</a:t>
            </a:r>
            <a:endParaRPr lang="zh-CN" altLang="en-US">
              <a:sym typeface="+mn-ea"/>
            </a:endParaRPr>
          </a:p>
          <a:p>
            <a:pPr marL="0" indent="0">
              <a:buNone/>
            </a:pPr>
            <a:r>
              <a:rPr lang="en-US" altLang="zh-CN">
                <a:sym typeface="+mn-ea"/>
                <a:hlinkClick r:id="rId1" action="ppaction://hlinkfile"/>
              </a:rPr>
              <a:t>https://github.com/tianbot/rmtt_ros</a:t>
            </a:r>
            <a:endParaRPr lang="en-US" altLang="zh-CN"/>
          </a:p>
          <a:p>
            <a:r>
              <a:rPr lang="en-US" altLang="zh-CN"/>
              <a:t> RMTT</a:t>
            </a:r>
            <a:r>
              <a:rPr lang="zh-CN" altLang="en-US"/>
              <a:t>无人机</a:t>
            </a:r>
            <a:r>
              <a:rPr lang="en-US" altLang="zh-CN"/>
              <a:t>ROS</a:t>
            </a:r>
            <a:r>
              <a:rPr lang="zh-CN" altLang="en-US">
                <a:sym typeface="+mn-ea"/>
              </a:rPr>
              <a:t>驱动</a:t>
            </a:r>
            <a:endParaRPr lang="zh-CN" altLang="en-US">
              <a:sym typeface="+mn-ea"/>
            </a:endParaRPr>
          </a:p>
          <a:p>
            <a:pPr lvl="0"/>
            <a:endParaRPr lang="en-US" altLang="zh-CN"/>
          </a:p>
          <a:p>
            <a:pPr lvl="0"/>
            <a:endParaRPr lang="en-US" altLang="zh-CN"/>
          </a:p>
          <a:p>
            <a:pPr lvl="0"/>
            <a:r>
              <a:rPr lang="en-US" altLang="zh-CN"/>
              <a:t>RMTT</a:t>
            </a:r>
            <a:r>
              <a:rPr lang="zh-CN" altLang="en-US"/>
              <a:t>的话题</a:t>
            </a:r>
            <a:r>
              <a:rPr lang="en-US" altLang="zh-CN"/>
              <a:t> Topics</a:t>
            </a:r>
            <a:endParaRPr lang="zh-CN" altLang="en-US"/>
          </a:p>
          <a:p>
            <a:pPr lvl="0"/>
            <a:r>
              <a:rPr lang="en-US" altLang="zh-CN"/>
              <a:t>RMTT</a:t>
            </a:r>
            <a:r>
              <a:rPr lang="zh-CN" altLang="en-US"/>
              <a:t>的服务</a:t>
            </a:r>
            <a:r>
              <a:rPr lang="en-US" altLang="zh-CN"/>
              <a:t> Service</a:t>
            </a:r>
            <a:endParaRPr lang="zh-CN" altLang="en-US"/>
          </a:p>
          <a:p>
            <a:pPr lvl="0"/>
            <a:r>
              <a:rPr lang="zh-CN" altLang="en-US"/>
              <a:t>写个遥控程序，用手柄控制</a:t>
            </a:r>
            <a:r>
              <a:rPr lang="en-US" altLang="zh-CN"/>
              <a:t>RMTT</a:t>
            </a:r>
            <a:endParaRPr lang="en-US" altLang="zh-CN"/>
          </a:p>
        </p:txBody>
      </p:sp>
      <p:sp>
        <p:nvSpPr>
          <p:cNvPr id="5" name="文本框 4"/>
          <p:cNvSpPr txBox="1"/>
          <p:nvPr>
            <p:custDataLst>
              <p:tags r:id="rId2"/>
            </p:custDataLst>
          </p:nvPr>
        </p:nvSpPr>
        <p:spPr>
          <a:xfrm>
            <a:off x="912495" y="3068320"/>
            <a:ext cx="10085705" cy="645160"/>
          </a:xfrm>
          <a:prstGeom prst="rect">
            <a:avLst/>
          </a:prstGeom>
          <a:solidFill>
            <a:srgbClr val="F3F5F7"/>
          </a:solidFill>
        </p:spPr>
        <p:txBody>
          <a:bodyPr wrap="square" rtlCol="0" anchor="t">
            <a:spAutoFit/>
          </a:bodyPr>
          <a:p>
            <a:r>
              <a:rPr lang="en-US">
                <a:solidFill>
                  <a:schemeClr val="tx2"/>
                </a:solidFill>
                <a:latin typeface="Courier New" panose="02070309020205020404" charset="0"/>
                <a:cs typeface="Courier New" panose="02070309020205020404" charset="0"/>
              </a:rPr>
              <a:t>roslaunch rmtt_driver rmtt_bringup.launch drone_ip:=xxx.xxx.xxx.xxx</a:t>
            </a:r>
            <a:endParaRPr lang="en-US">
              <a:solidFill>
                <a:schemeClr val="tx2"/>
              </a:solidFill>
              <a:latin typeface="Courier New" panose="02070309020205020404" charset="0"/>
              <a:cs typeface="Courier New" panose="02070309020205020404" charset="0"/>
            </a:endParaRPr>
          </a:p>
          <a:p>
            <a:r>
              <a:rPr lang="en-US">
                <a:solidFill>
                  <a:schemeClr val="tx2"/>
                </a:solidFill>
                <a:latin typeface="Courier New" panose="02070309020205020404" charset="0"/>
                <a:cs typeface="Courier New" panose="02070309020205020404" charset="0"/>
              </a:rPr>
              <a:t>roslaunch rmtt_description rmtt_description.launch</a:t>
            </a:r>
            <a:endParaRPr lang="en-US">
              <a:solidFill>
                <a:schemeClr val="tx2"/>
              </a:solidFill>
              <a:latin typeface="Courier New" panose="02070309020205020404" charset="0"/>
              <a:cs typeface="Courier New" panose="02070309020205020404" charset="0"/>
            </a:endParaRPr>
          </a:p>
        </p:txBody>
      </p:sp>
      <p:sp>
        <p:nvSpPr>
          <p:cNvPr id="4" name="文本框 3"/>
          <p:cNvSpPr txBox="1"/>
          <p:nvPr>
            <p:custDataLst>
              <p:tags r:id="rId3"/>
            </p:custDataLst>
          </p:nvPr>
        </p:nvSpPr>
        <p:spPr>
          <a:xfrm>
            <a:off x="912495" y="5869940"/>
            <a:ext cx="10085705" cy="368300"/>
          </a:xfrm>
          <a:prstGeom prst="rect">
            <a:avLst/>
          </a:prstGeom>
          <a:solidFill>
            <a:srgbClr val="F3F5F7"/>
          </a:solidFill>
        </p:spPr>
        <p:txBody>
          <a:bodyPr wrap="square" rtlCol="0" anchor="t">
            <a:spAutoFit/>
          </a:bodyPr>
          <a:p>
            <a:r>
              <a:rPr lang="en-US">
                <a:solidFill>
                  <a:schemeClr val="tx2"/>
                </a:solidFill>
                <a:latin typeface="Courier New" panose="02070309020205020404" charset="0"/>
                <a:cs typeface="Courier New" panose="02070309020205020404" charset="0"/>
              </a:rPr>
              <a:t>roslaunch rmtt_teleop rmtt_teleop_joy.launch</a:t>
            </a:r>
            <a:endParaRPr lang="en-US">
              <a:solidFill>
                <a:schemeClr val="tx2"/>
              </a:solidFill>
              <a:latin typeface="Courier New" panose="02070309020205020404" charset="0"/>
              <a:cs typeface="Courier New" panose="02070309020205020404" charset="0"/>
            </a:endParaRPr>
          </a:p>
        </p:txBody>
      </p:sp>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标题 7"/>
          <p:cNvSpPr>
            <a:spLocks noGrp="1"/>
          </p:cNvSpPr>
          <p:nvPr>
            <p:ph type="title"/>
          </p:nvPr>
        </p:nvSpPr>
        <p:spPr/>
        <p:txBody>
          <a:bodyPr>
            <a:normAutofit fontScale="90000"/>
          </a:bodyPr>
          <a:p>
            <a:r>
              <a:rPr lang="zh-CN" altLang="en-US"/>
              <a:t>ROS无人机（RoboMaster TT）使用入门教程</a:t>
            </a:r>
            <a:endParaRPr lang="zh-CN" altLang="en-US"/>
          </a:p>
        </p:txBody>
      </p:sp>
      <p:sp>
        <p:nvSpPr>
          <p:cNvPr id="9" name="内容占位符 8"/>
          <p:cNvSpPr/>
          <p:nvPr>
            <p:ph idx="1"/>
          </p:nvPr>
        </p:nvSpPr>
        <p:spPr/>
        <p:txBody>
          <a:bodyPr/>
          <a:p>
            <a:r>
              <a:rPr lang="zh-CN" altLang="en-US">
                <a:sym typeface="+mn-ea"/>
              </a:rPr>
              <a:t>直播回放：</a:t>
            </a:r>
            <a:endParaRPr lang="zh-CN" altLang="en-US">
              <a:sym typeface="+mn-ea"/>
              <a:hlinkClick r:id="rId1" action="ppaction://hlinkfile"/>
            </a:endParaRPr>
          </a:p>
          <a:p>
            <a:r>
              <a:rPr lang="zh-CN" altLang="en-US">
                <a:sym typeface="+mn-ea"/>
                <a:hlinkClick r:id="rId1" action="ppaction://hlinkfile"/>
              </a:rPr>
              <a:t>https://www.bilibili.com/video/BV1wb4y1x7y</a:t>
            </a:r>
            <a:endParaRPr lang="zh-CN" altLang="en-US">
              <a:sym typeface="+mn-ea"/>
            </a:endParaRPr>
          </a:p>
        </p:txBody>
      </p:sp>
      <p:pic>
        <p:nvPicPr>
          <p:cNvPr id="3" name="图片 2"/>
          <p:cNvPicPr>
            <a:picLocks noChangeAspect="1"/>
          </p:cNvPicPr>
          <p:nvPr/>
        </p:nvPicPr>
        <p:blipFill>
          <a:blip r:embed="rId2"/>
          <a:stretch>
            <a:fillRect/>
          </a:stretch>
        </p:blipFill>
        <p:spPr>
          <a:xfrm>
            <a:off x="2259330" y="2654935"/>
            <a:ext cx="7673340" cy="3413760"/>
          </a:xfrm>
          <a:prstGeom prst="rect">
            <a:avLst/>
          </a:prstGeom>
        </p:spPr>
      </p:pic>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如何在共享地图中显示机器人和无人机</a:t>
            </a:r>
            <a:endParaRPr lang="zh-CN" altLang="en-US"/>
          </a:p>
        </p:txBody>
      </p:sp>
      <p:sp>
        <p:nvSpPr>
          <p:cNvPr id="3" name="内容占位符 2"/>
          <p:cNvSpPr>
            <a:spLocks noGrp="1"/>
          </p:cNvSpPr>
          <p:nvPr>
            <p:ph idx="1"/>
          </p:nvPr>
        </p:nvSpPr>
        <p:spPr/>
        <p:txBody>
          <a:bodyPr/>
          <a:p>
            <a:pPr marL="0" indent="0">
              <a:buNone/>
            </a:pPr>
            <a:r>
              <a:rPr lang="zh-CN" altLang="en-US"/>
              <a:t>涉及的开源项目代码库</a:t>
            </a:r>
            <a:endParaRPr lang="en-US" altLang="zh-CN"/>
          </a:p>
          <a:p>
            <a:r>
              <a:rPr lang="en-US" altLang="zh-CN"/>
              <a:t>Tianbot Mini </a:t>
            </a:r>
            <a:r>
              <a:rPr lang="zh-CN" altLang="en-US">
                <a:sym typeface="+mn-ea"/>
              </a:rPr>
              <a:t>驱动</a:t>
            </a:r>
            <a:endParaRPr lang="en-US" altLang="zh-CN"/>
          </a:p>
          <a:p>
            <a:pPr marL="0" indent="0">
              <a:buNone/>
            </a:pPr>
            <a:r>
              <a:rPr lang="zh-CN" altLang="en-US">
                <a:sym typeface="+mn-ea"/>
                <a:hlinkClick r:id="rId1" action="ppaction://hlinkfile"/>
              </a:rPr>
              <a:t>https://github.com/tianbot/tianbot_mini</a:t>
            </a:r>
            <a:r>
              <a:rPr lang="en-US" altLang="zh-CN">
                <a:sym typeface="+mn-ea"/>
              </a:rPr>
              <a:t> </a:t>
            </a:r>
            <a:endParaRPr lang="en-US" altLang="zh-CN"/>
          </a:p>
          <a:p>
            <a:r>
              <a:rPr lang="en-US" altLang="zh-CN"/>
              <a:t>RoboMaster TT </a:t>
            </a:r>
            <a:r>
              <a:rPr lang="zh-CN" altLang="en-US">
                <a:sym typeface="+mn-ea"/>
              </a:rPr>
              <a:t>驱动</a:t>
            </a:r>
            <a:endParaRPr lang="en-US" altLang="zh-CN"/>
          </a:p>
          <a:p>
            <a:pPr marL="0" indent="0">
              <a:buNone/>
            </a:pPr>
            <a:r>
              <a:rPr lang="en-US" altLang="zh-CN">
                <a:hlinkClick r:id="rId2" action="ppaction://hlinkfile"/>
              </a:rPr>
              <a:t>https://github.com/tianbot/rmtt_ros</a:t>
            </a:r>
            <a:endParaRPr lang="en-US" altLang="zh-CN"/>
          </a:p>
          <a:p>
            <a:r>
              <a:rPr lang="en-US" altLang="zh-CN"/>
              <a:t>abc_swarm</a:t>
            </a:r>
            <a:endParaRPr lang="en-US" altLang="zh-CN"/>
          </a:p>
          <a:p>
            <a:pPr marL="0" indent="0">
              <a:buNone/>
            </a:pPr>
            <a:r>
              <a:rPr lang="zh-CN" altLang="en-US">
                <a:sym typeface="+mn-ea"/>
                <a:hlinkClick r:id="rId1" action="ppaction://hlinkfile"/>
              </a:rPr>
              <a:t>https://github.com/tianbot/abc_swarm</a:t>
            </a:r>
            <a:endParaRPr lang="zh-CN" altLang="en-US"/>
          </a:p>
          <a:p>
            <a:pPr marL="0" indent="0">
              <a:buNone/>
            </a:pPr>
            <a:endParaRPr lang="en-US" altLang="zh-CN"/>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驱动多台</a:t>
            </a:r>
            <a:r>
              <a:rPr lang="en-US" altLang="zh-CN"/>
              <a:t>ROS</a:t>
            </a:r>
            <a:r>
              <a:rPr lang="zh-CN" altLang="en-US"/>
              <a:t>小车和无人机</a:t>
            </a:r>
            <a:endParaRPr lang="zh-CN" altLang="en-US"/>
          </a:p>
        </p:txBody>
      </p:sp>
      <p:sp>
        <p:nvSpPr>
          <p:cNvPr id="3" name="内容占位符 2"/>
          <p:cNvSpPr>
            <a:spLocks noGrp="1"/>
          </p:cNvSpPr>
          <p:nvPr>
            <p:ph idx="1"/>
          </p:nvPr>
        </p:nvSpPr>
        <p:spPr/>
        <p:txBody>
          <a:bodyPr/>
          <a:p>
            <a:r>
              <a:rPr lang="zh-CN" altLang="en-US"/>
              <a:t>在热点模式下对无人车无人机网络进行配置</a:t>
            </a:r>
            <a:endParaRPr lang="zh-CN" altLang="en-US"/>
          </a:p>
          <a:p>
            <a:pPr lvl="1"/>
            <a:r>
              <a:rPr lang="en-US" altLang="zh-CN" sz="2000"/>
              <a:t>Tianbot Mini</a:t>
            </a:r>
            <a:r>
              <a:rPr lang="zh-CN" altLang="en-US" sz="2000"/>
              <a:t>进入网页进行配置，也可以通过</a:t>
            </a:r>
            <a:r>
              <a:rPr lang="en-US" altLang="zh-CN" sz="2000"/>
              <a:t>Tianbot Studio</a:t>
            </a:r>
            <a:r>
              <a:rPr lang="zh-CN" altLang="en-US" sz="2000"/>
              <a:t>进行配置</a:t>
            </a:r>
            <a:endParaRPr lang="zh-CN" altLang="en-US" sz="2000"/>
          </a:p>
          <a:p>
            <a:pPr lvl="1"/>
            <a:r>
              <a:rPr lang="en-US" altLang="zh-CN">
                <a:sym typeface="+mn-ea"/>
              </a:rPr>
              <a:t>RoboMaster TT</a:t>
            </a:r>
            <a:r>
              <a:rPr lang="zh-CN" altLang="en-US">
                <a:sym typeface="+mn-ea"/>
              </a:rPr>
              <a:t>可以利用</a:t>
            </a:r>
            <a:r>
              <a:rPr lang="en-US" altLang="zh-CN">
                <a:sym typeface="+mn-ea"/>
              </a:rPr>
              <a:t>SDK</a:t>
            </a:r>
            <a:r>
              <a:rPr lang="zh-CN" altLang="en-US">
                <a:sym typeface="+mn-ea"/>
              </a:rPr>
              <a:t>进行配置，也可以</a:t>
            </a:r>
            <a:r>
              <a:rPr lang="zh-CN" altLang="en-US"/>
              <a:t>通过大疆官方</a:t>
            </a:r>
            <a:r>
              <a:rPr lang="en-US" altLang="zh-CN"/>
              <a:t>App</a:t>
            </a:r>
            <a:r>
              <a:rPr lang="zh-CN" altLang="en-US"/>
              <a:t>进行配置</a:t>
            </a:r>
            <a:endParaRPr lang="zh-CN" altLang="en-US"/>
          </a:p>
          <a:p>
            <a:pPr marL="457200" lvl="1" indent="0">
              <a:buNone/>
            </a:pPr>
            <a:endParaRPr lang="zh-CN" altLang="en-US"/>
          </a:p>
          <a:p>
            <a:endParaRPr lang="zh-CN" altLang="en-US"/>
          </a:p>
          <a:p>
            <a:endParaRPr lang="zh-CN" altLang="en-US"/>
          </a:p>
          <a:p>
            <a:r>
              <a:rPr lang="zh-CN" altLang="en-US"/>
              <a:t>电脑连入路由器，扫描无人车无人机</a:t>
            </a:r>
            <a:r>
              <a:rPr lang="en-US" altLang="zh-CN"/>
              <a:t>IP</a:t>
            </a:r>
            <a:r>
              <a:rPr lang="zh-CN" altLang="en-US"/>
              <a:t>地址</a:t>
            </a:r>
            <a:endParaRPr lang="zh-CN" altLang="en-US"/>
          </a:p>
          <a:p>
            <a:pPr lvl="1"/>
            <a:r>
              <a:rPr lang="zh-CN" altLang="en-US" sz="2000"/>
              <a:t>这个功能计划会开发一个图形界面，实现扫描</a:t>
            </a:r>
            <a:r>
              <a:rPr lang="en-US" altLang="zh-CN" sz="2000"/>
              <a:t>+</a:t>
            </a:r>
            <a:r>
              <a:rPr lang="zh-CN" altLang="en-US" sz="2000"/>
              <a:t>配置</a:t>
            </a:r>
            <a:endParaRPr lang="zh-CN" altLang="en-US"/>
          </a:p>
          <a:p>
            <a:endParaRPr lang="zh-CN" altLang="en-US"/>
          </a:p>
        </p:txBody>
      </p:sp>
      <p:sp>
        <p:nvSpPr>
          <p:cNvPr id="4" name="文本框 3"/>
          <p:cNvSpPr txBox="1"/>
          <p:nvPr>
            <p:custDataLst>
              <p:tags r:id="rId1"/>
            </p:custDataLst>
          </p:nvPr>
        </p:nvSpPr>
        <p:spPr>
          <a:xfrm>
            <a:off x="912495" y="5367655"/>
            <a:ext cx="10085705" cy="368300"/>
          </a:xfrm>
          <a:prstGeom prst="rect">
            <a:avLst/>
          </a:prstGeom>
          <a:solidFill>
            <a:srgbClr val="F3F5F7"/>
          </a:solidFill>
        </p:spPr>
        <p:txBody>
          <a:bodyPr wrap="square" rtlCol="0" anchor="t">
            <a:spAutoFit/>
          </a:bodyPr>
          <a:p>
            <a:r>
              <a:rPr lang="en-US">
                <a:solidFill>
                  <a:schemeClr val="tx2"/>
                </a:solidFill>
                <a:latin typeface="Courier New" panose="02070309020205020404" charset="0"/>
                <a:cs typeface="Courier New" panose="02070309020205020404" charset="0"/>
              </a:rPr>
              <a:t>rosrun abc_swarm tianbot_mini_scan_ip.py</a:t>
            </a:r>
            <a:endParaRPr lang="en-US">
              <a:solidFill>
                <a:schemeClr val="tx2"/>
              </a:solidFill>
              <a:latin typeface="Courier New" panose="02070309020205020404" charset="0"/>
              <a:cs typeface="Courier New" panose="02070309020205020404" charset="0"/>
            </a:endParaRPr>
          </a:p>
        </p:txBody>
      </p:sp>
      <p:sp>
        <p:nvSpPr>
          <p:cNvPr id="34" name="文本框 33"/>
          <p:cNvSpPr txBox="1"/>
          <p:nvPr>
            <p:custDataLst>
              <p:tags r:id="rId2"/>
            </p:custDataLst>
          </p:nvPr>
        </p:nvSpPr>
        <p:spPr>
          <a:xfrm>
            <a:off x="912495" y="2780665"/>
            <a:ext cx="10085705" cy="1198880"/>
          </a:xfrm>
          <a:prstGeom prst="rect">
            <a:avLst/>
          </a:prstGeom>
          <a:solidFill>
            <a:srgbClr val="F3F5F7"/>
          </a:solidFill>
        </p:spPr>
        <p:txBody>
          <a:bodyPr wrap="square" rtlCol="0" anchor="t">
            <a:spAutoFit/>
          </a:bodyPr>
          <a:p>
            <a:r>
              <a:rPr lang="en-US">
                <a:solidFill>
                  <a:schemeClr val="tx2"/>
                </a:solidFill>
                <a:latin typeface="Courier New" panose="02070309020205020404" charset="0"/>
                <a:cs typeface="Courier New" panose="02070309020205020404" charset="0"/>
              </a:rPr>
              <a:t>rosrun rmtt_driver rmtt_scan_ip.py &lt;num of drones&gt;</a:t>
            </a:r>
            <a:endParaRPr lang="en-US">
              <a:solidFill>
                <a:schemeClr val="tx2"/>
              </a:solidFill>
              <a:latin typeface="Courier New" panose="02070309020205020404" charset="0"/>
              <a:cs typeface="Courier New" panose="02070309020205020404" charset="0"/>
            </a:endParaRPr>
          </a:p>
          <a:p>
            <a:r>
              <a:rPr lang="en-US">
                <a:solidFill>
                  <a:schemeClr val="tx2"/>
                </a:solidFill>
                <a:latin typeface="Courier New" panose="02070309020205020404" charset="0"/>
                <a:cs typeface="Courier New" panose="02070309020205020404" charset="0"/>
                <a:sym typeface="+mn-ea"/>
              </a:rPr>
              <a:t>rosrun rmtt_driver set_sta.py &lt;ssid&gt; &lt;password&gt;</a:t>
            </a:r>
            <a:endParaRPr lang="en-US">
              <a:solidFill>
                <a:schemeClr val="tx2"/>
              </a:solidFill>
              <a:latin typeface="Courier New" panose="02070309020205020404" charset="0"/>
              <a:cs typeface="Courier New" panose="02070309020205020404" charset="0"/>
              <a:sym typeface="+mn-ea"/>
            </a:endParaRPr>
          </a:p>
          <a:p>
            <a:endParaRPr lang="zh-CN" altLang="en-US">
              <a:solidFill>
                <a:schemeClr val="tx2"/>
              </a:solidFill>
              <a:latin typeface="Courier New" panose="02070309020205020404" charset="0"/>
              <a:cs typeface="Courier New" panose="02070309020205020404" charset="0"/>
              <a:sym typeface="+mn-ea"/>
            </a:endParaRPr>
          </a:p>
          <a:p>
            <a:r>
              <a:rPr lang="en-US" altLang="zh-CN">
                <a:solidFill>
                  <a:srgbClr val="FF0000"/>
                </a:solidFill>
                <a:latin typeface="Courier New" panose="02070309020205020404" charset="0"/>
                <a:cs typeface="Courier New" panose="02070309020205020404" charset="0"/>
                <a:sym typeface="+mn-ea"/>
              </a:rPr>
              <a:t># TODO: use argparse to acquire the arguments</a:t>
            </a:r>
            <a:endParaRPr lang="en-US" altLang="zh-CN">
              <a:solidFill>
                <a:srgbClr val="FF0000"/>
              </a:solidFill>
              <a:latin typeface="Courier New" panose="02070309020205020404" charset="0"/>
              <a:cs typeface="Courier New" panose="02070309020205020404" charset="0"/>
              <a:sym typeface="+mn-ea"/>
            </a:endParaRPr>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sym typeface="+mn-ea"/>
              </a:rPr>
              <a:t>驱动多台</a:t>
            </a:r>
            <a:r>
              <a:rPr lang="en-US" altLang="zh-CN">
                <a:sym typeface="+mn-ea"/>
              </a:rPr>
              <a:t>ROS</a:t>
            </a:r>
            <a:r>
              <a:rPr lang="zh-CN" altLang="en-US">
                <a:sym typeface="+mn-ea"/>
              </a:rPr>
              <a:t>小车和无人机</a:t>
            </a:r>
            <a:endParaRPr lang="zh-CN" altLang="en-US"/>
          </a:p>
        </p:txBody>
      </p:sp>
      <p:sp>
        <p:nvSpPr>
          <p:cNvPr id="3" name="内容占位符 2"/>
          <p:cNvSpPr>
            <a:spLocks noGrp="1"/>
          </p:cNvSpPr>
          <p:nvPr>
            <p:ph idx="1"/>
          </p:nvPr>
        </p:nvSpPr>
        <p:spPr/>
        <p:txBody>
          <a:bodyPr/>
          <a:p>
            <a:r>
              <a:rPr lang="zh-CN" altLang="en-US">
                <a:sym typeface="+mn-ea"/>
              </a:rPr>
              <a:t>驱动两台</a:t>
            </a:r>
            <a:r>
              <a:rPr lang="en-US" altLang="zh-CN">
                <a:sym typeface="+mn-ea"/>
              </a:rPr>
              <a:t>Tianbot Mini</a:t>
            </a:r>
            <a:endParaRPr lang="en-US" altLang="zh-CN">
              <a:sym typeface="+mn-ea"/>
            </a:endParaRPr>
          </a:p>
          <a:p>
            <a:endParaRPr lang="en-US" altLang="zh-CN"/>
          </a:p>
          <a:p>
            <a:r>
              <a:rPr lang="zh-CN" altLang="en-US">
                <a:sym typeface="+mn-ea"/>
              </a:rPr>
              <a:t>驱动两台</a:t>
            </a:r>
            <a:r>
              <a:rPr lang="en-US" altLang="zh-CN">
                <a:sym typeface="+mn-ea"/>
              </a:rPr>
              <a:t>RoboMaster TT</a:t>
            </a:r>
            <a:endParaRPr lang="en-US" altLang="zh-CN">
              <a:sym typeface="+mn-ea"/>
            </a:endParaRPr>
          </a:p>
          <a:p>
            <a:endParaRPr lang="en-US" altLang="zh-CN"/>
          </a:p>
          <a:p>
            <a:pPr marL="0" indent="0">
              <a:buNone/>
            </a:pPr>
            <a:endParaRPr lang="zh-CN" altLang="en-US">
              <a:sym typeface="+mn-ea"/>
            </a:endParaRPr>
          </a:p>
          <a:p>
            <a:r>
              <a:rPr lang="zh-CN" altLang="en-US">
                <a:sym typeface="+mn-ea"/>
              </a:rPr>
              <a:t>在</a:t>
            </a:r>
            <a:r>
              <a:rPr lang="en-US" altLang="zh-CN">
                <a:sym typeface="+mn-ea"/>
              </a:rPr>
              <a:t>RViz</a:t>
            </a:r>
            <a:r>
              <a:rPr lang="zh-CN" altLang="en-US">
                <a:sym typeface="+mn-ea"/>
              </a:rPr>
              <a:t>中进行显示</a:t>
            </a:r>
            <a:endParaRPr lang="zh-CN" altLang="en-US"/>
          </a:p>
          <a:p>
            <a:pPr marL="0" indent="0">
              <a:buNone/>
            </a:pPr>
            <a:r>
              <a:rPr lang="zh-CN" altLang="en-US">
                <a:sym typeface="+mn-ea"/>
              </a:rPr>
              <a:t>（实现步骤比较复杂请大家参考视频）</a:t>
            </a:r>
            <a:endParaRPr lang="zh-CN" altLang="en-US"/>
          </a:p>
          <a:p>
            <a:endParaRPr lang="zh-CN" altLang="en-US"/>
          </a:p>
        </p:txBody>
      </p:sp>
      <p:sp>
        <p:nvSpPr>
          <p:cNvPr id="5" name="文本框 4"/>
          <p:cNvSpPr txBox="1"/>
          <p:nvPr>
            <p:custDataLst>
              <p:tags r:id="rId1"/>
            </p:custDataLst>
          </p:nvPr>
        </p:nvSpPr>
        <p:spPr>
          <a:xfrm>
            <a:off x="912495" y="1923415"/>
            <a:ext cx="10085705" cy="368300"/>
          </a:xfrm>
          <a:prstGeom prst="rect">
            <a:avLst/>
          </a:prstGeom>
          <a:solidFill>
            <a:srgbClr val="F3F5F7"/>
          </a:solidFill>
        </p:spPr>
        <p:txBody>
          <a:bodyPr wrap="square" rtlCol="0" anchor="t">
            <a:spAutoFit/>
          </a:bodyPr>
          <a:p>
            <a:r>
              <a:rPr lang="en-US">
                <a:solidFill>
                  <a:schemeClr val="tx2"/>
                </a:solidFill>
                <a:latin typeface="Courier New" panose="02070309020205020404" charset="0"/>
                <a:cs typeface="Courier New" panose="02070309020205020404" charset="0"/>
              </a:rPr>
              <a:t>roslaunch abc_swarm demo_two_robots.launch</a:t>
            </a:r>
            <a:endParaRPr lang="en-US">
              <a:solidFill>
                <a:schemeClr val="tx2"/>
              </a:solidFill>
              <a:latin typeface="Courier New" panose="02070309020205020404" charset="0"/>
              <a:cs typeface="Courier New" panose="02070309020205020404" charset="0"/>
            </a:endParaRPr>
          </a:p>
        </p:txBody>
      </p:sp>
      <p:sp>
        <p:nvSpPr>
          <p:cNvPr id="6" name="文本框 5"/>
          <p:cNvSpPr txBox="1"/>
          <p:nvPr>
            <p:custDataLst>
              <p:tags r:id="rId2"/>
            </p:custDataLst>
          </p:nvPr>
        </p:nvSpPr>
        <p:spPr>
          <a:xfrm>
            <a:off x="912495" y="3068955"/>
            <a:ext cx="10085705" cy="368300"/>
          </a:xfrm>
          <a:prstGeom prst="rect">
            <a:avLst/>
          </a:prstGeom>
          <a:solidFill>
            <a:srgbClr val="F3F5F7"/>
          </a:solidFill>
        </p:spPr>
        <p:txBody>
          <a:bodyPr wrap="square" rtlCol="0" anchor="t">
            <a:spAutoFit/>
          </a:bodyPr>
          <a:p>
            <a:r>
              <a:rPr lang="en-US">
                <a:solidFill>
                  <a:schemeClr val="tx2"/>
                </a:solidFill>
                <a:latin typeface="Courier New" panose="02070309020205020404" charset="0"/>
                <a:cs typeface="Courier New" panose="02070309020205020404" charset="0"/>
              </a:rPr>
              <a:t>roslaunch abc_swarm demo_two_drones.launch</a:t>
            </a:r>
            <a:endParaRPr lang="en-US">
              <a:solidFill>
                <a:schemeClr val="tx2"/>
              </a:solidFill>
              <a:latin typeface="Courier New" panose="02070309020205020404" charset="0"/>
              <a:cs typeface="Courier New" panose="02070309020205020404" charset="0"/>
            </a:endParaRPr>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标题 7"/>
          <p:cNvSpPr>
            <a:spLocks noGrp="1"/>
          </p:cNvSpPr>
          <p:nvPr>
            <p:ph type="title"/>
          </p:nvPr>
        </p:nvSpPr>
        <p:spPr/>
        <p:txBody>
          <a:bodyPr>
            <a:normAutofit fontScale="90000"/>
          </a:bodyPr>
          <a:p>
            <a:r>
              <a:rPr lang="zh-CN" altLang="en-US"/>
              <a:t>ROS无人机机器人空地协同集群与可视化</a:t>
            </a:r>
            <a:endParaRPr lang="zh-CN" altLang="en-US"/>
          </a:p>
        </p:txBody>
      </p:sp>
      <p:sp>
        <p:nvSpPr>
          <p:cNvPr id="9" name="内容占位符 8"/>
          <p:cNvSpPr/>
          <p:nvPr>
            <p:ph idx="1"/>
          </p:nvPr>
        </p:nvSpPr>
        <p:spPr/>
        <p:txBody>
          <a:bodyPr/>
          <a:p>
            <a:r>
              <a:rPr lang="zh-CN" altLang="en-US">
                <a:sym typeface="+mn-ea"/>
              </a:rPr>
              <a:t>直播回放：</a:t>
            </a:r>
            <a:endParaRPr lang="zh-CN" altLang="en-US">
              <a:hlinkClick r:id="rId1" action="ppaction://hlinkfile"/>
            </a:endParaRPr>
          </a:p>
          <a:p>
            <a:pPr marL="0" indent="0">
              <a:buNone/>
            </a:pPr>
            <a:r>
              <a:rPr lang="zh-CN" altLang="en-US">
                <a:hlinkClick r:id="rId1" action="ppaction://hlinkfile"/>
              </a:rPr>
              <a:t>https://www.bilibili.com/video/BV1o44y1J7nc</a:t>
            </a:r>
            <a:endParaRPr lang="zh-CN" altLang="en-US"/>
          </a:p>
        </p:txBody>
      </p:sp>
      <p:pic>
        <p:nvPicPr>
          <p:cNvPr id="10" name="内容占位符 3"/>
          <p:cNvPicPr>
            <a:picLocks noChangeAspect="1"/>
          </p:cNvPicPr>
          <p:nvPr/>
        </p:nvPicPr>
        <p:blipFill>
          <a:blip r:embed="rId2"/>
          <a:stretch>
            <a:fillRect/>
          </a:stretch>
        </p:blipFill>
        <p:spPr>
          <a:xfrm>
            <a:off x="2247265" y="2800350"/>
            <a:ext cx="7673340" cy="3413760"/>
          </a:xfrm>
          <a:prstGeom prst="rect">
            <a:avLst/>
          </a:prstGeom>
        </p:spPr>
      </p:pic>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两台</a:t>
            </a:r>
            <a:r>
              <a:rPr lang="en-US" altLang="zh-CN"/>
              <a:t>ROS</a:t>
            </a:r>
            <a:r>
              <a:rPr lang="zh-CN" altLang="en-US"/>
              <a:t>机器人真实环境的建图与合并</a:t>
            </a:r>
            <a:endParaRPr lang="zh-CN" altLang="en-US"/>
          </a:p>
        </p:txBody>
      </p:sp>
      <p:sp>
        <p:nvSpPr>
          <p:cNvPr id="3" name="内容占位符 2"/>
          <p:cNvSpPr>
            <a:spLocks noGrp="1"/>
          </p:cNvSpPr>
          <p:nvPr>
            <p:ph idx="1"/>
          </p:nvPr>
        </p:nvSpPr>
        <p:spPr/>
        <p:txBody>
          <a:bodyPr>
            <a:normAutofit lnSpcReduction="10000"/>
          </a:bodyPr>
          <a:p>
            <a:r>
              <a:rPr lang="zh-CN" altLang="en-US"/>
              <a:t>多机建图测试</a:t>
            </a:r>
            <a:endParaRPr lang="zh-CN" altLang="en-US"/>
          </a:p>
          <a:p>
            <a:pPr marL="0" indent="0">
              <a:buNone/>
            </a:pPr>
            <a:r>
              <a:rPr lang="zh-CN" altLang="en-US"/>
              <a:t>https://emanual.robotis.com/docs/en/platform/turtlebot3/slam_simulation/</a:t>
            </a:r>
            <a:endParaRPr lang="zh-CN" altLang="en-US"/>
          </a:p>
          <a:p>
            <a:pPr marL="0" indent="0">
              <a:buNone/>
            </a:pPr>
            <a:r>
              <a:rPr lang="zh-CN" altLang="en-US"/>
              <a:t>http://wiki.ros.org/multirobot_map_merge</a:t>
            </a:r>
            <a:endParaRPr lang="zh-CN" altLang="en-US"/>
          </a:p>
          <a:p>
            <a:pPr marL="0" indent="0">
              <a:buNone/>
            </a:pPr>
            <a:r>
              <a:rPr lang="zh-CN" altLang="en-US"/>
              <a:t>https://github.com/hrnr/m-explore</a:t>
            </a:r>
            <a:endParaRPr lang="zh-CN" altLang="en-US"/>
          </a:p>
          <a:p>
            <a:pPr marL="0" indent="0">
              <a:buNone/>
            </a:pPr>
            <a:r>
              <a:rPr lang="zh-CN" altLang="en-US">
                <a:sym typeface="+mn-ea"/>
              </a:rPr>
              <a:t>需要依赖</a:t>
            </a:r>
            <a:endParaRPr lang="en-US" altLang="zh-CN">
              <a:sym typeface="+mn-ea"/>
            </a:endParaRPr>
          </a:p>
          <a:p>
            <a:pPr marL="0" indent="0">
              <a:buNone/>
            </a:pPr>
            <a:r>
              <a:rPr lang="en-US" altLang="zh-CN">
                <a:sym typeface="+mn-ea"/>
              </a:rPr>
              <a:t>sudo apt install ros-$ROS_DISTRO-multirobot-map-merge</a:t>
            </a:r>
            <a:endParaRPr lang="zh-CN" altLang="en-US"/>
          </a:p>
          <a:p>
            <a:pPr marL="0" indent="0">
              <a:buNone/>
            </a:pPr>
            <a:endParaRPr lang="zh-CN" altLang="en-US"/>
          </a:p>
          <a:p>
            <a:endParaRPr lang="zh-CN" altLang="en-US"/>
          </a:p>
        </p:txBody>
      </p:sp>
      <p:sp>
        <p:nvSpPr>
          <p:cNvPr id="5" name="文本框 4"/>
          <p:cNvSpPr txBox="1"/>
          <p:nvPr>
            <p:custDataLst>
              <p:tags r:id="rId1"/>
            </p:custDataLst>
          </p:nvPr>
        </p:nvSpPr>
        <p:spPr>
          <a:xfrm>
            <a:off x="912495" y="4793615"/>
            <a:ext cx="10085705" cy="645160"/>
          </a:xfrm>
          <a:prstGeom prst="rect">
            <a:avLst/>
          </a:prstGeom>
          <a:solidFill>
            <a:srgbClr val="F3F5F7"/>
          </a:solidFill>
        </p:spPr>
        <p:txBody>
          <a:bodyPr wrap="square" rtlCol="0" anchor="t">
            <a:spAutoFit/>
          </a:bodyPr>
          <a:p>
            <a:r>
              <a:rPr lang="en-US">
                <a:solidFill>
                  <a:schemeClr val="tx2"/>
                </a:solidFill>
                <a:latin typeface="Courier New" panose="02070309020205020404" charset="0"/>
                <a:cs typeface="Courier New" panose="02070309020205020404" charset="0"/>
              </a:rPr>
              <a:t>roslaunch abc_swarm demo_two_robots_slam.launch</a:t>
            </a:r>
            <a:endParaRPr lang="en-US">
              <a:solidFill>
                <a:schemeClr val="tx2"/>
              </a:solidFill>
              <a:latin typeface="Courier New" panose="02070309020205020404" charset="0"/>
              <a:cs typeface="Courier New" panose="02070309020205020404" charset="0"/>
            </a:endParaRPr>
          </a:p>
          <a:p>
            <a:r>
              <a:rPr lang="en-US">
                <a:solidFill>
                  <a:schemeClr val="tx2"/>
                </a:solidFill>
                <a:latin typeface="Courier New" panose="02070309020205020404" charset="0"/>
                <a:cs typeface="Courier New" panose="02070309020205020404" charset="0"/>
              </a:rPr>
              <a:t>roslaunch abc_swarm map_merge.launch</a:t>
            </a:r>
            <a:endParaRPr lang="en-US">
              <a:solidFill>
                <a:schemeClr val="tx2"/>
              </a:solidFill>
              <a:latin typeface="Courier New" panose="02070309020205020404" charset="0"/>
              <a:cs typeface="Courier New" panose="02070309020205020404" charset="0"/>
            </a:endParaRPr>
          </a:p>
        </p:txBody>
      </p:sp>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ROS</a:t>
            </a:r>
            <a:r>
              <a:rPr lang="zh-CN" altLang="en-US"/>
              <a:t>机器人多机协同建图</a:t>
            </a:r>
            <a:endParaRPr lang="zh-CN" altLang="en-US"/>
          </a:p>
        </p:txBody>
      </p:sp>
      <p:sp>
        <p:nvSpPr>
          <p:cNvPr id="3" name="内容占位符 2"/>
          <p:cNvSpPr>
            <a:spLocks noGrp="1"/>
          </p:cNvSpPr>
          <p:nvPr>
            <p:ph idx="1"/>
          </p:nvPr>
        </p:nvSpPr>
        <p:spPr/>
        <p:txBody>
          <a:bodyPr/>
          <a:p>
            <a:r>
              <a:rPr lang="zh-CN" altLang="en-US"/>
              <a:t>直播回放</a:t>
            </a:r>
            <a:endParaRPr lang="zh-CN" altLang="en-US"/>
          </a:p>
          <a:p>
            <a:pPr marL="0" indent="0">
              <a:buNone/>
            </a:pPr>
            <a:r>
              <a:rPr lang="zh-CN" altLang="en-US"/>
              <a:t>https://www.bilibili.com/video/BV13S4y1D79y</a:t>
            </a:r>
            <a:endParaRPr lang="zh-CN" altLang="en-US"/>
          </a:p>
        </p:txBody>
      </p:sp>
      <p:pic>
        <p:nvPicPr>
          <p:cNvPr id="4" name="图片 3"/>
          <p:cNvPicPr>
            <a:picLocks noChangeAspect="1"/>
          </p:cNvPicPr>
          <p:nvPr>
            <p:custDataLst>
              <p:tags r:id="rId1"/>
            </p:custDataLst>
          </p:nvPr>
        </p:nvPicPr>
        <p:blipFill>
          <a:blip r:embed="rId2"/>
          <a:stretch>
            <a:fillRect/>
          </a:stretch>
        </p:blipFill>
        <p:spPr>
          <a:xfrm>
            <a:off x="3072130" y="2491740"/>
            <a:ext cx="5867400" cy="3703320"/>
          </a:xfrm>
          <a:prstGeom prst="rect">
            <a:avLst/>
          </a:prstGeom>
        </p:spPr>
      </p:pic>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sym typeface="+mn-ea"/>
              </a:rPr>
              <a:t>两台</a:t>
            </a:r>
            <a:r>
              <a:rPr lang="en-US" altLang="zh-CN">
                <a:sym typeface="+mn-ea"/>
              </a:rPr>
              <a:t>ROS</a:t>
            </a:r>
            <a:r>
              <a:rPr lang="zh-CN" altLang="en-US">
                <a:sym typeface="+mn-ea"/>
              </a:rPr>
              <a:t>机器人真实环境的初步测试</a:t>
            </a:r>
            <a:endParaRPr lang="zh-CN" altLang="en-US"/>
          </a:p>
        </p:txBody>
      </p:sp>
      <p:sp>
        <p:nvSpPr>
          <p:cNvPr id="3" name="内容占位符 2"/>
          <p:cNvSpPr>
            <a:spLocks noGrp="1"/>
          </p:cNvSpPr>
          <p:nvPr>
            <p:ph idx="1"/>
          </p:nvPr>
        </p:nvSpPr>
        <p:spPr/>
        <p:txBody>
          <a:bodyPr>
            <a:normAutofit lnSpcReduction="10000"/>
          </a:bodyPr>
          <a:p>
            <a:r>
              <a:rPr lang="zh-CN" altLang="en-US"/>
              <a:t>基于</a:t>
            </a:r>
            <a:r>
              <a:rPr lang="en-US" altLang="zh-CN"/>
              <a:t>turtle_tf</a:t>
            </a:r>
            <a:r>
              <a:rPr lang="zh-CN" altLang="en-US"/>
              <a:t>修改的队形控制</a:t>
            </a:r>
            <a:endParaRPr lang="en-US" altLang="zh-CN"/>
          </a:p>
          <a:p>
            <a:endParaRPr lang="en-US" altLang="zh-CN"/>
          </a:p>
          <a:p>
            <a:r>
              <a:rPr lang="zh-CN" altLang="en-US"/>
              <a:t>基于</a:t>
            </a:r>
            <a:r>
              <a:rPr lang="en-US" altLang="zh-CN"/>
              <a:t>Leader-follower</a:t>
            </a:r>
            <a:r>
              <a:rPr lang="zh-CN" altLang="en-US"/>
              <a:t>算法的队形控制</a:t>
            </a:r>
            <a:endParaRPr lang="zh-CN" altLang="en-US"/>
          </a:p>
          <a:p>
            <a:endParaRPr lang="zh-CN" altLang="en-US">
              <a:sym typeface="+mn-ea"/>
            </a:endParaRPr>
          </a:p>
          <a:p>
            <a:r>
              <a:rPr lang="zh-CN" altLang="en-US">
                <a:sym typeface="+mn-ea"/>
              </a:rPr>
              <a:t>在仿真的地图中进行多机导航</a:t>
            </a:r>
            <a:endParaRPr lang="zh-CN" altLang="en-US">
              <a:sym typeface="+mn-ea"/>
            </a:endParaRPr>
          </a:p>
          <a:p>
            <a:pPr marL="0" indent="0">
              <a:buNone/>
            </a:pPr>
            <a:endParaRPr lang="zh-CN" altLang="en-US"/>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添加小助手进群</a:t>
            </a:r>
            <a:endParaRPr lang="zh-CN" altLang="en-US"/>
          </a:p>
        </p:txBody>
      </p:sp>
      <p:sp>
        <p:nvSpPr>
          <p:cNvPr id="3" name="内容占位符 2"/>
          <p:cNvSpPr>
            <a:spLocks noGrp="1"/>
          </p:cNvSpPr>
          <p:nvPr>
            <p:ph idx="1"/>
          </p:nvPr>
        </p:nvSpPr>
        <p:spPr/>
        <p:txBody>
          <a:bodyPr/>
          <a:p>
            <a:r>
              <a:rPr lang="zh-CN" altLang="en-US"/>
              <a:t>机器人集群仿真与实践</a:t>
            </a:r>
            <a:endParaRPr lang="zh-CN" altLang="en-US"/>
          </a:p>
          <a:p>
            <a:pPr marL="457200" lvl="1" indent="0">
              <a:buNone/>
            </a:pPr>
            <a:r>
              <a:rPr lang="zh-CN" altLang="en-US">
                <a:sym typeface="+mn-ea"/>
              </a:rPr>
              <a:t>哈尔滨工程大学</a:t>
            </a:r>
            <a:r>
              <a:rPr lang="zh-CN" altLang="en-US"/>
              <a:t>邵琦组建的微信群，主要讨论学习机器人集群的知识，和大家共建学习资料库，共同交流进步。</a:t>
            </a:r>
            <a:endParaRPr lang="zh-CN" altLang="en-US"/>
          </a:p>
        </p:txBody>
      </p:sp>
      <p:pic>
        <p:nvPicPr>
          <p:cNvPr id="5" name="图片 4"/>
          <p:cNvPicPr>
            <a:picLocks noChangeAspect="1"/>
          </p:cNvPicPr>
          <p:nvPr>
            <p:custDataLst>
              <p:tags r:id="rId1"/>
            </p:custDataLst>
          </p:nvPr>
        </p:nvPicPr>
        <p:blipFill>
          <a:blip r:embed="rId2"/>
          <a:stretch>
            <a:fillRect/>
          </a:stretch>
        </p:blipFill>
        <p:spPr>
          <a:xfrm>
            <a:off x="4656455" y="2780665"/>
            <a:ext cx="3316605" cy="3316605"/>
          </a:xfrm>
          <a:prstGeom prst="rect">
            <a:avLst/>
          </a:prstGeom>
        </p:spPr>
      </p:pic>
    </p:spTree>
    <p:custDataLst>
      <p:tags r:id="rId3"/>
    </p:custDataLst>
  </p:cSld>
  <p:clrMapOvr>
    <a:masterClrMapping/>
  </p:clrMapOvr>
</p:sld>
</file>

<file path=ppt/tags/tag1.xml><?xml version="1.0" encoding="utf-8"?>
<p:tagLst xmlns:p="http://schemas.openxmlformats.org/presentationml/2006/main">
  <p:tag name="KSO_WM_TAG_VERSION" val="1.0"/>
  <p:tag name="KSO_WM_TEMPLATE_CATEGORY" val="custom"/>
  <p:tag name="KSO_WM_TEMPLATE_INDEX" val="20174449"/>
</p:tagLst>
</file>

<file path=ppt/tags/tag2.xml><?xml version="1.0" encoding="utf-8"?>
<p:tagLst xmlns:p="http://schemas.openxmlformats.org/presentationml/2006/main">
  <p:tag name="KSO_WM_TAG_VERSION" val="1.0"/>
  <p:tag name="KSO_WM_TEMPLATE_CATEGORY" val="custom"/>
  <p:tag name="KSO_WM_TEMPLATE_INDEX" val="20174449"/>
</p:tagLst>
</file>

<file path=ppt/tags/tag3.xml><?xml version="1.0" encoding="utf-8"?>
<p:tagLst xmlns:p="http://schemas.openxmlformats.org/presentationml/2006/main">
  <p:tag name="KSO_WM_TAG_VERSION" val="1.0"/>
  <p:tag name="KSO_WM_BEAUTIFY_FLAG" val="#wm#"/>
  <p:tag name="KSO_WM_COMBINE_RELATE_SLIDE_ID" val="background20171116_1"/>
  <p:tag name="KSO_WM_TEMPLATE_CATEGORY" val="custom"/>
  <p:tag name="KSO_WM_TEMPLATE_INDEX" val="20174449"/>
  <p:tag name="KSO_WM_TEMPLATE_THUMBS_INDEX" val="1、11、12、15、23、28、30、32、36、37"/>
  <p:tag name="KSO_WM_TEMPLATE_SUBCATEGORY" val="combine"/>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5.xml><?xml version="1.0" encoding="utf-8"?>
<p:tagLst xmlns:p="http://schemas.openxmlformats.org/presentationml/2006/main">
  <p:tag name="KSO_WM_UNIT_PLACING_PICTURE_USER_VIEWPORT" val="{&quot;height&quot;:3989.584251968504,&quot;width&quot;:3532.4}"/>
</p:tagLst>
</file>

<file path=ppt/tags/tag26.xml><?xml version="1.0" encoding="utf-8"?>
<p:tagLst xmlns:p="http://schemas.openxmlformats.org/presentationml/2006/main">
  <p:tag name="KSO_WM_TEMPLATE_CATEGORY" val="custom"/>
  <p:tag name="KSO_WM_TEMPLATE_INDEX" val="20174449"/>
  <p:tag name="KSO_WM_SPECIAL_SOURCE" val="bdnull"/>
</p:tagLst>
</file>

<file path=ppt/tags/tag27.xml><?xml version="1.0" encoding="utf-8"?>
<p:tagLst xmlns:p="http://schemas.openxmlformats.org/presentationml/2006/main">
  <p:tag name="KSO_WM_BEAUTIFY_FLAG" val="#wm#"/>
  <p:tag name="KSO_WM_TEMPLATE_CATEGORY" val="custom"/>
  <p:tag name="KSO_WM_TEMPLATE_INDEX" val="20174449"/>
</p:tagLst>
</file>

<file path=ppt/tags/tag28.xml><?xml version="1.0" encoding="utf-8"?>
<p:tagLst xmlns:p="http://schemas.openxmlformats.org/presentationml/2006/main">
  <p:tag name="KSO_WM_UNIT_PLACING_PICTURE_USER_VIEWPORT" val="{&quot;height&quot;:7668,&quot;width&quot;:19200}"/>
</p:tagLst>
</file>

<file path=ppt/tags/tag29.xml><?xml version="1.0" encoding="utf-8"?>
<p:tagLst xmlns:p="http://schemas.openxmlformats.org/presentationml/2006/main">
  <p:tag name="KSO_WM_BEAUTIFY_FLAG" val="#wm#"/>
  <p:tag name="KSO_WM_TEMPLATE_CATEGORY" val="custom"/>
  <p:tag name="KSO_WM_TEMPLATE_INDEX" val="20174449"/>
</p:tagLst>
</file>

<file path=ppt/tags/tag30.xml><?xml version="1.0" encoding="utf-8"?>
<p:tagLst xmlns:p="http://schemas.openxmlformats.org/presentationml/2006/main">
  <p:tag name="KSO_WM_BEAUTIFY_FLAG" val="#wm#"/>
  <p:tag name="KSO_WM_TEMPLATE_CATEGORY" val="custom"/>
  <p:tag name="KSO_WM_TEMPLATE_INDEX" val="20174449"/>
</p:tagLst>
</file>

<file path=ppt/tags/tag31.xml><?xml version="1.0" encoding="utf-8"?>
<p:tagLst xmlns:p="http://schemas.openxmlformats.org/presentationml/2006/main">
  <p:tag name="KSO_WM_UNIT_PLACING_PICTURE_USER_VIEWPORT" val="{&quot;height&quot;:10704,&quot;width&quot;:22896}"/>
</p:tagLst>
</file>

<file path=ppt/tags/tag32.xml><?xml version="1.0" encoding="utf-8"?>
<p:tagLst xmlns:p="http://schemas.openxmlformats.org/presentationml/2006/main">
  <p:tag name="KSO_WM_BEAUTIFY_FLAG" val="#wm#"/>
  <p:tag name="KSO_WM_TEMPLATE_CATEGORY" val="custom"/>
  <p:tag name="KSO_WM_TEMPLATE_INDEX" val="20174449"/>
</p:tagLst>
</file>

<file path=ppt/tags/tag33.xml><?xml version="1.0" encoding="utf-8"?>
<p:tagLst xmlns:p="http://schemas.openxmlformats.org/presentationml/2006/main">
  <p:tag name="KSO_WM_SPECIAL_SOURCE" val="bdnull"/>
</p:tagLst>
</file>

<file path=ppt/tags/tag34.xml><?xml version="1.0" encoding="utf-8"?>
<p:tagLst xmlns:p="http://schemas.openxmlformats.org/presentationml/2006/main">
  <p:tag name="KSO_WM_SPECIAL_SOURCE" val="bdnull"/>
</p:tagLst>
</file>

<file path=ppt/tags/tag35.xml><?xml version="1.0" encoding="utf-8"?>
<p:tagLst xmlns:p="http://schemas.openxmlformats.org/presentationml/2006/main">
  <p:tag name="KSO_WM_BEAUTIFY_FLAG" val="#wm#"/>
  <p:tag name="KSO_WM_TEMPLATE_CATEGORY" val="custom"/>
  <p:tag name="KSO_WM_TEMPLATE_INDEX" val="20174449"/>
  <p:tag name="KSO_WM_SLIDE_ITEM_CNT" val="5"/>
  <p:tag name="KSO_WM_SPECIAL_SOURCE" val="bdnull"/>
</p:tagLst>
</file>

<file path=ppt/tags/tag36.xml><?xml version="1.0" encoding="utf-8"?>
<p:tagLst xmlns:p="http://schemas.openxmlformats.org/presentationml/2006/main">
  <p:tag name="KSO_WM_BEAUTIFY_FLAG" val="#wm#"/>
  <p:tag name="KSO_WM_TEMPLATE_CATEGORY" val="custom"/>
  <p:tag name="KSO_WM_TEMPLATE_INDEX" val="20174449"/>
  <p:tag name="KSO_WM_SLIDE_ITEM_CNT" val="5"/>
  <p:tag name="KSO_WM_SPECIAL_SOURCE" val="bdnull"/>
</p:tagLst>
</file>

<file path=ppt/tags/tag37.xml><?xml version="1.0" encoding="utf-8"?>
<p:tagLst xmlns:p="http://schemas.openxmlformats.org/presentationml/2006/main">
  <p:tag name="KSO_WM_BEAUTIFY_FLAG" val="#wm#"/>
  <p:tag name="KSO_WM_TEMPLATE_CATEGORY" val="custom"/>
  <p:tag name="KSO_WM_TEMPLATE_INDEX" val="20174449"/>
  <p:tag name="KSO_WM_SPECIAL_SOURCE" val="bdnull"/>
</p:tagLst>
</file>

<file path=ppt/tags/tag38.xml><?xml version="1.0" encoding="utf-8"?>
<p:tagLst xmlns:p="http://schemas.openxmlformats.org/presentationml/2006/main">
  <p:tag name="KSO_WM_BEAUTIFY_FLAG" val="#wm#"/>
  <p:tag name="KSO_WM_TEMPLATE_CATEGORY" val="custom"/>
  <p:tag name="KSO_WM_TEMPLATE_INDEX" val="20174449"/>
  <p:tag name="KSO_WM_SPECIAL_SOURCE" val="bdnull"/>
</p:tagLst>
</file>

<file path=ppt/tags/tag39.xml><?xml version="1.0" encoding="utf-8"?>
<p:tagLst xmlns:p="http://schemas.openxmlformats.org/presentationml/2006/main">
  <p:tag name="WM_BEAUTIFY_ZORDER_FLAG_TAG" val="1"/>
</p:tagLst>
</file>

<file path=ppt/tags/tag40.xml><?xml version="1.0" encoding="utf-8"?>
<p:tagLst xmlns:p="http://schemas.openxmlformats.org/presentationml/2006/main">
  <p:tag name="WM_BEAUTIFY_ZORDER_FLAG_TAG" val="1"/>
</p:tagLst>
</file>

<file path=ppt/tags/tag41.xml><?xml version="1.0" encoding="utf-8"?>
<p:tagLst xmlns:p="http://schemas.openxmlformats.org/presentationml/2006/main">
  <p:tag name="KSO_WM_BEAUTIFY_FLAG" val="#wm#"/>
  <p:tag name="KSO_WM_TEMPLATE_CATEGORY" val="custom"/>
  <p:tag name="KSO_WM_TEMPLATE_INDEX" val="20174449"/>
  <p:tag name="KSO_WM_SPECIAL_SOURCE" val="bdnull"/>
</p:tagLst>
</file>

<file path=ppt/tags/tag42.xml><?xml version="1.0" encoding="utf-8"?>
<p:tagLst xmlns:p="http://schemas.openxmlformats.org/presentationml/2006/main">
  <p:tag name="KSO_WM_BEAUTIFY_FLAG" val="#wm#"/>
  <p:tag name="KSO_WM_TEMPLATE_CATEGORY" val="custom"/>
  <p:tag name="KSO_WM_TEMPLATE_INDEX" val="20174449"/>
  <p:tag name="KSO_WM_SPECIAL_SOURCE" val="bdnull"/>
</p:tagLst>
</file>

<file path=ppt/tags/tag43.xml><?xml version="1.0" encoding="utf-8"?>
<p:tagLst xmlns:p="http://schemas.openxmlformats.org/presentationml/2006/main">
  <p:tag name="KSO_WM_BEAUTIFY_FLAG" val="#wm#"/>
  <p:tag name="KSO_WM_TEMPLATE_CATEGORY" val="custom"/>
  <p:tag name="KSO_WM_TEMPLATE_INDEX" val="20174449"/>
  <p:tag name="KSO_WM_SPECIAL_SOURCE" val="bdnull"/>
</p:tagLst>
</file>

<file path=ppt/tags/tag44.xml><?xml version="1.0" encoding="utf-8"?>
<p:tagLst xmlns:p="http://schemas.openxmlformats.org/presentationml/2006/main">
  <p:tag name="WM_BEAUTIFY_ZORDER_FLAG_TAG" val="1"/>
</p:tagLst>
</file>

<file path=ppt/tags/tag45.xml><?xml version="1.0" encoding="utf-8"?>
<p:tagLst xmlns:p="http://schemas.openxmlformats.org/presentationml/2006/main">
  <p:tag name="WM_BEAUTIFY_ZORDER_FLAG_TAG" val="1"/>
</p:tagLst>
</file>

<file path=ppt/tags/tag46.xml><?xml version="1.0" encoding="utf-8"?>
<p:tagLst xmlns:p="http://schemas.openxmlformats.org/presentationml/2006/main">
  <p:tag name="KSO_WM_BEAUTIFY_FLAG" val="#wm#"/>
  <p:tag name="KSO_WM_TEMPLATE_CATEGORY" val="custom"/>
  <p:tag name="KSO_WM_TEMPLATE_INDEX" val="20174449"/>
  <p:tag name="KSO_WM_SPECIAL_SOURCE" val="bdnull"/>
</p:tagLst>
</file>

<file path=ppt/tags/tag47.xml><?xml version="1.0" encoding="utf-8"?>
<p:tagLst xmlns:p="http://schemas.openxmlformats.org/presentationml/2006/main">
  <p:tag name="WM_BEAUTIFY_ZORDER_FLAG_TAG" val="1"/>
</p:tagLst>
</file>

<file path=ppt/tags/tag48.xml><?xml version="1.0" encoding="utf-8"?>
<p:tagLst xmlns:p="http://schemas.openxmlformats.org/presentationml/2006/main">
  <p:tag name="WM_BEAUTIFY_ZORDER_FLAG_TAG" val="1"/>
</p:tagLst>
</file>

<file path=ppt/tags/tag49.xml><?xml version="1.0" encoding="utf-8"?>
<p:tagLst xmlns:p="http://schemas.openxmlformats.org/presentationml/2006/main">
  <p:tag name="KSO_WM_BEAUTIFY_FLAG" val="#wm#"/>
  <p:tag name="KSO_WM_TEMPLATE_CATEGORY" val="custom"/>
  <p:tag name="KSO_WM_TEMPLATE_INDEX" val="20174449"/>
</p:tagLst>
</file>

<file path=ppt/tags/tag50.xml><?xml version="1.0" encoding="utf-8"?>
<p:tagLst xmlns:p="http://schemas.openxmlformats.org/presentationml/2006/main">
  <p:tag name="KSO_WM_BEAUTIFY_FLAG" val="#wm#"/>
  <p:tag name="KSO_WM_TEMPLATE_CATEGORY" val="custom"/>
  <p:tag name="KSO_WM_TEMPLATE_INDEX" val="20174449"/>
  <p:tag name="KSO_WM_SPECIAL_SOURCE" val="bdnull"/>
</p:tagLst>
</file>

<file path=ppt/tags/tag51.xml><?xml version="1.0" encoding="utf-8"?>
<p:tagLst xmlns:p="http://schemas.openxmlformats.org/presentationml/2006/main">
  <p:tag name="WM_BEAUTIFY_ZORDER_FLAG_TAG" val="1"/>
</p:tagLst>
</file>

<file path=ppt/tags/tag52.xml><?xml version="1.0" encoding="utf-8"?>
<p:tagLst xmlns:p="http://schemas.openxmlformats.org/presentationml/2006/main">
  <p:tag name="KSO_WM_BEAUTIFY_FLAG" val="#wm#"/>
  <p:tag name="KSO_WM_TEMPLATE_CATEGORY" val="custom"/>
  <p:tag name="KSO_WM_TEMPLATE_INDEX" val="20174449"/>
</p:tagLst>
</file>

<file path=ppt/tags/tag53.xml><?xml version="1.0" encoding="utf-8"?>
<p:tagLst xmlns:p="http://schemas.openxmlformats.org/presentationml/2006/main">
  <p:tag name="KSO_WM_UNIT_PLACING_PICTURE_USER_VIEWPORT" val="{&quot;height&quot;:5832,&quot;width&quot;:9240}"/>
</p:tagLst>
</file>

<file path=ppt/tags/tag54.xml><?xml version="1.0" encoding="utf-8"?>
<p:tagLst xmlns:p="http://schemas.openxmlformats.org/presentationml/2006/main">
  <p:tag name="KSO_WM_BEAUTIFY_FLAG" val="#wm#"/>
  <p:tag name="KSO_WM_TEMPLATE_CATEGORY" val="custom"/>
  <p:tag name="KSO_WM_TEMPLATE_INDEX" val="20174449"/>
</p:tagLst>
</file>

<file path=ppt/tags/tag55.xml><?xml version="1.0" encoding="utf-8"?>
<p:tagLst xmlns:p="http://schemas.openxmlformats.org/presentationml/2006/main">
  <p:tag name="KSO_WM_BEAUTIFY_FLAG" val="#wm#"/>
  <p:tag name="KSO_WM_TEMPLATE_CATEGORY" val="custom"/>
  <p:tag name="KSO_WM_TEMPLATE_INDEX" val="20174449"/>
</p:tagLst>
</file>

<file path=ppt/tags/tag56.xml><?xml version="1.0" encoding="utf-8"?>
<p:tagLst xmlns:p="http://schemas.openxmlformats.org/presentationml/2006/main">
  <p:tag name="KSO_WM_UNIT_PLACING_PICTURE_USER_VIEWPORT" val="{&quot;height&quot;:7116,&quot;width&quot;:7116}"/>
</p:tagLst>
</file>

<file path=ppt/tags/tag57.xml><?xml version="1.0" encoding="utf-8"?>
<p:tagLst xmlns:p="http://schemas.openxmlformats.org/presentationml/2006/main">
  <p:tag name="KSO_WM_BEAUTIFY_FLAG" val="#wm#"/>
  <p:tag name="KSO_WM_TEMPLATE_CATEGORY" val="custom"/>
  <p:tag name="KSO_WM_TEMPLATE_INDEX" val="20174449"/>
  <p:tag name="KSO_WM_SPECIAL_SOURCE" val="bdnull"/>
</p:tagLst>
</file>

<file path=ppt/theme/theme1.xml><?xml version="1.0" encoding="utf-8"?>
<a:theme xmlns:a="http://schemas.openxmlformats.org/drawingml/2006/main" name="自定义设计方案">
  <a:themeElements>
    <a:clrScheme name="自定义 44">
      <a:dk1>
        <a:srgbClr val="629CCE"/>
      </a:dk1>
      <a:lt1>
        <a:srgbClr val="FFFFFF"/>
      </a:lt1>
      <a:dk2>
        <a:srgbClr val="000000"/>
      </a:dk2>
      <a:lt2>
        <a:srgbClr val="FFFFFF"/>
      </a:lt2>
      <a:accent1>
        <a:srgbClr val="629CCE"/>
      </a:accent1>
      <a:accent2>
        <a:srgbClr val="4271A9"/>
      </a:accent2>
      <a:accent3>
        <a:srgbClr val="00B0F0"/>
      </a:accent3>
      <a:accent4>
        <a:srgbClr val="6D6E72"/>
      </a:accent4>
      <a:accent5>
        <a:srgbClr val="00CC99"/>
      </a:accent5>
      <a:accent6>
        <a:srgbClr val="918CD3"/>
      </a:accent6>
      <a:hlink>
        <a:srgbClr val="0000FF"/>
      </a:hlink>
      <a:folHlink>
        <a:srgbClr val="80008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3587</Words>
  <Application>WPS 演示</Application>
  <PresentationFormat>宽屏</PresentationFormat>
  <Paragraphs>205</Paragraphs>
  <Slides>21</Slides>
  <Notes>4</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21</vt:i4>
      </vt:variant>
    </vt:vector>
  </HeadingPairs>
  <TitlesOfParts>
    <vt:vector size="36" baseType="lpstr">
      <vt:lpstr>Arial</vt:lpstr>
      <vt:lpstr>宋体</vt:lpstr>
      <vt:lpstr>Wingdings</vt:lpstr>
      <vt:lpstr>Wingdings</vt:lpstr>
      <vt:lpstr>黑体</vt:lpstr>
      <vt:lpstr>Calibri</vt:lpstr>
      <vt:lpstr>微软雅黑</vt:lpstr>
      <vt:lpstr>Arial</vt:lpstr>
      <vt:lpstr>Roboto</vt:lpstr>
      <vt:lpstr>Hobo Std</vt:lpstr>
      <vt:lpstr>汉仪旗黑-85S</vt:lpstr>
      <vt:lpstr>Arial Unicode MS</vt:lpstr>
      <vt:lpstr>Courier New</vt:lpstr>
      <vt:lpstr>自定义设计方案</vt:lpstr>
      <vt:lpstr>2_自定义设计方案</vt:lpstr>
      <vt:lpstr>PowerPoint 演示文稿</vt:lpstr>
      <vt:lpstr>项目介绍</vt:lpstr>
      <vt:lpstr>ROS2GO随身系统</vt:lpstr>
      <vt:lpstr>边聊边演示：ROS从入门到开发</vt:lpstr>
      <vt:lpstr>快速实现ROS从入门到开发</vt:lpstr>
      <vt:lpstr>地面机器人简介：Tianbot Mini</vt:lpstr>
      <vt:lpstr>空中机器人简介：RoboMaster Tello Talent</vt:lpstr>
      <vt:lpstr>ROS机器人集群的仿真与实践</vt:lpstr>
      <vt:lpstr>1、ROS多机器人导航与TF仿真</vt:lpstr>
      <vt:lpstr>多机协同项目abc_swarm讲解支持无人机</vt:lpstr>
      <vt:lpstr>高校基于RoboMaster TT的本科课程建设</vt:lpstr>
      <vt:lpstr>ROS无人机RMTT使用指南</vt:lpstr>
      <vt:lpstr>ROS无人机（RoboMaster TT）使用入门教程</vt:lpstr>
      <vt:lpstr>如何在共享地图中显示机器人和无人机</vt:lpstr>
      <vt:lpstr>驱动多台ROS小车和无人机</vt:lpstr>
      <vt:lpstr>驱动多台ROS小车和无人机</vt:lpstr>
      <vt:lpstr>ROS无人机机器人空地协同集群与可视化</vt:lpstr>
      <vt:lpstr>两台ROS机器人真实环境的建图与合并</vt:lpstr>
      <vt:lpstr>ROS机器人多机协同建图</vt:lpstr>
      <vt:lpstr>两台ROS机器人真实环境的初步测试</vt:lpstr>
      <vt:lpstr>添加小助手进群</vt:lpstr>
    </vt:vector>
  </TitlesOfParts>
  <Company>THING TO THING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c:creator>
  <cp:lastModifiedBy>keaishu</cp:lastModifiedBy>
  <cp:revision>181</cp:revision>
  <dcterms:created xsi:type="dcterms:W3CDTF">2022-03-10T11:00:00Z</dcterms:created>
  <dcterms:modified xsi:type="dcterms:W3CDTF">2022-03-17T10:40:49Z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A7C141EB250A4973A1A1C68BCF56644C</vt:lpwstr>
  </property>
</Properties>
</file>